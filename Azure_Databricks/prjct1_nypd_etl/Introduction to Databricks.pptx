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Play"/>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8" roundtripDataSignature="AMtx7mj+6523CXBmqa+2OUF9KNdfpAcq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9" name="Google Shape;9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07" name="Google Shape;10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16" name="Google Shape;11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23" name="Google Shape;123;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30" name="Google Shape;13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37" name="Google Shape;13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44" name="Google Shape;14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51" name="Google Shape;15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58" name="Google Shape;158;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65" name="Google Shape;16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72" name="Google Shape;17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79" name="Google Shape;17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86" name="Google Shape;186;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93" name="Google Shape;19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00" name="Google Shape;20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07" name="Google Shape;20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15" name="Google Shape;21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24" name="Google Shape;22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32" name="Google Shape;232;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40" name="Google Shape;240;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1"/>
          <p:cNvSpPr txBox="1"/>
          <p:nvPr>
            <p:ph type="ctrTitle"/>
          </p:nvPr>
        </p:nvSpPr>
        <p:spPr>
          <a:xfrm>
            <a:off x="2286000" y="1683545"/>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 type="subTitle"/>
          </p:nvPr>
        </p:nvSpPr>
        <p:spPr>
          <a:xfrm>
            <a:off x="2286000" y="5403057"/>
            <a:ext cx="13716000" cy="248364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500"/>
              </a:spcBef>
              <a:spcAft>
                <a:spcPts val="0"/>
              </a:spcAft>
              <a:buClr>
                <a:schemeClr val="dk1"/>
              </a:buClr>
              <a:buSzPts val="2400"/>
              <a:buNone/>
              <a:defRPr sz="3600"/>
            </a:lvl1pPr>
            <a:lvl2pPr lvl="1" algn="ctr">
              <a:lnSpc>
                <a:spcPct val="90000"/>
              </a:lnSpc>
              <a:spcBef>
                <a:spcPts val="750"/>
              </a:spcBef>
              <a:spcAft>
                <a:spcPts val="0"/>
              </a:spcAft>
              <a:buClr>
                <a:schemeClr val="dk1"/>
              </a:buClr>
              <a:buSzPts val="2000"/>
              <a:buNone/>
              <a:defRPr sz="3000"/>
            </a:lvl2pPr>
            <a:lvl3pPr lvl="2" algn="ctr">
              <a:lnSpc>
                <a:spcPct val="90000"/>
              </a:lnSpc>
              <a:spcBef>
                <a:spcPts val="750"/>
              </a:spcBef>
              <a:spcAft>
                <a:spcPts val="0"/>
              </a:spcAft>
              <a:buClr>
                <a:schemeClr val="dk1"/>
              </a:buClr>
              <a:buSzPts val="1800"/>
              <a:buNone/>
              <a:defRPr sz="2700"/>
            </a:lvl3pPr>
            <a:lvl4pPr lvl="3" algn="ctr">
              <a:lnSpc>
                <a:spcPct val="90000"/>
              </a:lnSpc>
              <a:spcBef>
                <a:spcPts val="750"/>
              </a:spcBef>
              <a:spcAft>
                <a:spcPts val="0"/>
              </a:spcAft>
              <a:buClr>
                <a:schemeClr val="dk1"/>
              </a:buClr>
              <a:buSzPts val="1600"/>
              <a:buNone/>
              <a:defRPr sz="2400"/>
            </a:lvl4pPr>
            <a:lvl5pPr lvl="4" algn="ctr">
              <a:lnSpc>
                <a:spcPct val="90000"/>
              </a:lnSpc>
              <a:spcBef>
                <a:spcPts val="750"/>
              </a:spcBef>
              <a:spcAft>
                <a:spcPts val="0"/>
              </a:spcAft>
              <a:buClr>
                <a:schemeClr val="dk1"/>
              </a:buClr>
              <a:buSzPts val="1600"/>
              <a:buNone/>
              <a:defRPr sz="2400"/>
            </a:lvl5pPr>
            <a:lvl6pPr lvl="5" algn="ctr">
              <a:lnSpc>
                <a:spcPct val="90000"/>
              </a:lnSpc>
              <a:spcBef>
                <a:spcPts val="750"/>
              </a:spcBef>
              <a:spcAft>
                <a:spcPts val="0"/>
              </a:spcAft>
              <a:buClr>
                <a:schemeClr val="dk1"/>
              </a:buClr>
              <a:buSzPts val="1600"/>
              <a:buNone/>
              <a:defRPr sz="2400"/>
            </a:lvl6pPr>
            <a:lvl7pPr lvl="6" algn="ctr">
              <a:lnSpc>
                <a:spcPct val="90000"/>
              </a:lnSpc>
              <a:spcBef>
                <a:spcPts val="750"/>
              </a:spcBef>
              <a:spcAft>
                <a:spcPts val="0"/>
              </a:spcAft>
              <a:buClr>
                <a:schemeClr val="dk1"/>
              </a:buClr>
              <a:buSzPts val="1600"/>
              <a:buNone/>
              <a:defRPr sz="2400"/>
            </a:lvl7pPr>
            <a:lvl8pPr lvl="7" algn="ctr">
              <a:lnSpc>
                <a:spcPct val="90000"/>
              </a:lnSpc>
              <a:spcBef>
                <a:spcPts val="750"/>
              </a:spcBef>
              <a:spcAft>
                <a:spcPts val="0"/>
              </a:spcAft>
              <a:buClr>
                <a:schemeClr val="dk1"/>
              </a:buClr>
              <a:buSzPts val="1600"/>
              <a:buNone/>
              <a:defRPr sz="2400"/>
            </a:lvl8pPr>
            <a:lvl9pPr lvl="8" algn="ctr">
              <a:lnSpc>
                <a:spcPct val="90000"/>
              </a:lnSpc>
              <a:spcBef>
                <a:spcPts val="750"/>
              </a:spcBef>
              <a:spcAft>
                <a:spcPts val="0"/>
              </a:spcAft>
              <a:buClr>
                <a:schemeClr val="dk1"/>
              </a:buClr>
              <a:buSzPts val="1600"/>
              <a:buNone/>
              <a:defRPr sz="2400"/>
            </a:lvl9pPr>
          </a:lstStyle>
          <a:p/>
        </p:txBody>
      </p:sp>
      <p:sp>
        <p:nvSpPr>
          <p:cNvPr id="21" name="Google Shape;21;p1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2" name="Google Shape;22;p1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3" name="Google Shape;23;p1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5"/>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5"/>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27" name="Google Shape;27;p25"/>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8" name="Google Shape;28;p25"/>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29" name="Google Shape;29;p2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24"/>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2" name="Google Shape;32;p24"/>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3" name="Google Shape;33;p2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6"/>
          <p:cNvSpPr txBox="1"/>
          <p:nvPr>
            <p:ph type="title"/>
          </p:nvPr>
        </p:nvSpPr>
        <p:spPr>
          <a:xfrm>
            <a:off x="1247775" y="2564608"/>
            <a:ext cx="15773400" cy="427910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 type="body"/>
          </p:nvPr>
        </p:nvSpPr>
        <p:spPr>
          <a:xfrm>
            <a:off x="1247775" y="6884195"/>
            <a:ext cx="15773400" cy="22502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rgbClr val="757575"/>
              </a:buClr>
              <a:buSzPts val="2400"/>
              <a:buNone/>
              <a:defRPr sz="3600">
                <a:solidFill>
                  <a:srgbClr val="757575"/>
                </a:solidFill>
              </a:defRPr>
            </a:lvl1pPr>
            <a:lvl2pPr indent="-228600" lvl="1" marL="914400" algn="l">
              <a:lnSpc>
                <a:spcPct val="90000"/>
              </a:lnSpc>
              <a:spcBef>
                <a:spcPts val="750"/>
              </a:spcBef>
              <a:spcAft>
                <a:spcPts val="0"/>
              </a:spcAft>
              <a:buClr>
                <a:srgbClr val="757575"/>
              </a:buClr>
              <a:buSzPts val="2000"/>
              <a:buNone/>
              <a:defRPr sz="3000">
                <a:solidFill>
                  <a:srgbClr val="757575"/>
                </a:solidFill>
              </a:defRPr>
            </a:lvl2pPr>
            <a:lvl3pPr indent="-228600" lvl="2" marL="1371600" algn="l">
              <a:lnSpc>
                <a:spcPct val="90000"/>
              </a:lnSpc>
              <a:spcBef>
                <a:spcPts val="750"/>
              </a:spcBef>
              <a:spcAft>
                <a:spcPts val="0"/>
              </a:spcAft>
              <a:buClr>
                <a:srgbClr val="757575"/>
              </a:buClr>
              <a:buSzPts val="1800"/>
              <a:buNone/>
              <a:defRPr sz="2700">
                <a:solidFill>
                  <a:srgbClr val="757575"/>
                </a:solidFill>
              </a:defRPr>
            </a:lvl3pPr>
            <a:lvl4pPr indent="-228600" lvl="3" marL="1828800" algn="l">
              <a:lnSpc>
                <a:spcPct val="90000"/>
              </a:lnSpc>
              <a:spcBef>
                <a:spcPts val="750"/>
              </a:spcBef>
              <a:spcAft>
                <a:spcPts val="0"/>
              </a:spcAft>
              <a:buClr>
                <a:srgbClr val="757575"/>
              </a:buClr>
              <a:buSzPts val="1600"/>
              <a:buNone/>
              <a:defRPr sz="2400">
                <a:solidFill>
                  <a:srgbClr val="757575"/>
                </a:solidFill>
              </a:defRPr>
            </a:lvl4pPr>
            <a:lvl5pPr indent="-228600" lvl="4" marL="2286000" algn="l">
              <a:lnSpc>
                <a:spcPct val="90000"/>
              </a:lnSpc>
              <a:spcBef>
                <a:spcPts val="750"/>
              </a:spcBef>
              <a:spcAft>
                <a:spcPts val="0"/>
              </a:spcAft>
              <a:buClr>
                <a:srgbClr val="757575"/>
              </a:buClr>
              <a:buSzPts val="1600"/>
              <a:buNone/>
              <a:defRPr sz="2400">
                <a:solidFill>
                  <a:srgbClr val="757575"/>
                </a:solidFill>
              </a:defRPr>
            </a:lvl5pPr>
            <a:lvl6pPr indent="-228600" lvl="5" marL="2743200" algn="l">
              <a:lnSpc>
                <a:spcPct val="90000"/>
              </a:lnSpc>
              <a:spcBef>
                <a:spcPts val="750"/>
              </a:spcBef>
              <a:spcAft>
                <a:spcPts val="0"/>
              </a:spcAft>
              <a:buClr>
                <a:srgbClr val="757575"/>
              </a:buClr>
              <a:buSzPts val="1600"/>
              <a:buNone/>
              <a:defRPr sz="2400">
                <a:solidFill>
                  <a:srgbClr val="757575"/>
                </a:solidFill>
              </a:defRPr>
            </a:lvl6pPr>
            <a:lvl7pPr indent="-228600" lvl="6" marL="3200400" algn="l">
              <a:lnSpc>
                <a:spcPct val="90000"/>
              </a:lnSpc>
              <a:spcBef>
                <a:spcPts val="750"/>
              </a:spcBef>
              <a:spcAft>
                <a:spcPts val="0"/>
              </a:spcAft>
              <a:buClr>
                <a:srgbClr val="757575"/>
              </a:buClr>
              <a:buSzPts val="1600"/>
              <a:buNone/>
              <a:defRPr sz="2400">
                <a:solidFill>
                  <a:srgbClr val="757575"/>
                </a:solidFill>
              </a:defRPr>
            </a:lvl7pPr>
            <a:lvl8pPr indent="-228600" lvl="7" marL="3657600" algn="l">
              <a:lnSpc>
                <a:spcPct val="90000"/>
              </a:lnSpc>
              <a:spcBef>
                <a:spcPts val="750"/>
              </a:spcBef>
              <a:spcAft>
                <a:spcPts val="0"/>
              </a:spcAft>
              <a:buClr>
                <a:srgbClr val="757575"/>
              </a:buClr>
              <a:buSzPts val="1600"/>
              <a:buNone/>
              <a:defRPr sz="2400">
                <a:solidFill>
                  <a:srgbClr val="757575"/>
                </a:solidFill>
              </a:defRPr>
            </a:lvl8pPr>
            <a:lvl9pPr indent="-228600" lvl="8" marL="4114800" algn="l">
              <a:lnSpc>
                <a:spcPct val="90000"/>
              </a:lnSpc>
              <a:spcBef>
                <a:spcPts val="750"/>
              </a:spcBef>
              <a:spcAft>
                <a:spcPts val="0"/>
              </a:spcAft>
              <a:buClr>
                <a:srgbClr val="757575"/>
              </a:buClr>
              <a:buSzPts val="1600"/>
              <a:buNone/>
              <a:defRPr sz="2400">
                <a:solidFill>
                  <a:srgbClr val="757575"/>
                </a:solidFill>
              </a:defRPr>
            </a:lvl9pPr>
          </a:lstStyle>
          <a:p/>
        </p:txBody>
      </p:sp>
      <p:sp>
        <p:nvSpPr>
          <p:cNvPr id="37" name="Google Shape;37;p2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8" name="Google Shape;38;p2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39" name="Google Shape;39;p2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1257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3" name="Google Shape;43;p27"/>
          <p:cNvSpPr txBox="1"/>
          <p:nvPr>
            <p:ph idx="2" type="body"/>
          </p:nvPr>
        </p:nvSpPr>
        <p:spPr>
          <a:xfrm>
            <a:off x="9258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44" name="Google Shape;44;p2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45" name="Google Shape;45;p2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46" name="Google Shape;46;p2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8"/>
          <p:cNvSpPr txBox="1"/>
          <p:nvPr>
            <p:ph type="title"/>
          </p:nvPr>
        </p:nvSpPr>
        <p:spPr>
          <a:xfrm>
            <a:off x="1259682"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8"/>
          <p:cNvSpPr txBox="1"/>
          <p:nvPr>
            <p:ph idx="1" type="body"/>
          </p:nvPr>
        </p:nvSpPr>
        <p:spPr>
          <a:xfrm>
            <a:off x="1259683" y="2521745"/>
            <a:ext cx="7736681"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b="1" sz="3600"/>
            </a:lvl1pPr>
            <a:lvl2pPr indent="-228600" lvl="1" marL="914400" algn="l">
              <a:lnSpc>
                <a:spcPct val="90000"/>
              </a:lnSpc>
              <a:spcBef>
                <a:spcPts val="750"/>
              </a:spcBef>
              <a:spcAft>
                <a:spcPts val="0"/>
              </a:spcAft>
              <a:buClr>
                <a:schemeClr val="dk1"/>
              </a:buClr>
              <a:buSzPts val="2000"/>
              <a:buNone/>
              <a:defRPr b="1" sz="3000"/>
            </a:lvl2pPr>
            <a:lvl3pPr indent="-228600" lvl="2" marL="1371600" algn="l">
              <a:lnSpc>
                <a:spcPct val="90000"/>
              </a:lnSpc>
              <a:spcBef>
                <a:spcPts val="750"/>
              </a:spcBef>
              <a:spcAft>
                <a:spcPts val="0"/>
              </a:spcAft>
              <a:buClr>
                <a:schemeClr val="dk1"/>
              </a:buClr>
              <a:buSzPts val="1800"/>
              <a:buNone/>
              <a:defRPr b="1" sz="2700"/>
            </a:lvl3pPr>
            <a:lvl4pPr indent="-228600" lvl="3" marL="1828800" algn="l">
              <a:lnSpc>
                <a:spcPct val="90000"/>
              </a:lnSpc>
              <a:spcBef>
                <a:spcPts val="750"/>
              </a:spcBef>
              <a:spcAft>
                <a:spcPts val="0"/>
              </a:spcAft>
              <a:buClr>
                <a:schemeClr val="dk1"/>
              </a:buClr>
              <a:buSzPts val="1600"/>
              <a:buNone/>
              <a:defRPr b="1" sz="2400"/>
            </a:lvl4pPr>
            <a:lvl5pPr indent="-228600" lvl="4" marL="2286000" algn="l">
              <a:lnSpc>
                <a:spcPct val="90000"/>
              </a:lnSpc>
              <a:spcBef>
                <a:spcPts val="750"/>
              </a:spcBef>
              <a:spcAft>
                <a:spcPts val="0"/>
              </a:spcAft>
              <a:buClr>
                <a:schemeClr val="dk1"/>
              </a:buClr>
              <a:buSzPts val="1600"/>
              <a:buNone/>
              <a:defRPr b="1" sz="2400"/>
            </a:lvl5pPr>
            <a:lvl6pPr indent="-228600" lvl="5" marL="2743200" algn="l">
              <a:lnSpc>
                <a:spcPct val="90000"/>
              </a:lnSpc>
              <a:spcBef>
                <a:spcPts val="750"/>
              </a:spcBef>
              <a:spcAft>
                <a:spcPts val="0"/>
              </a:spcAft>
              <a:buClr>
                <a:schemeClr val="dk1"/>
              </a:buClr>
              <a:buSzPts val="1600"/>
              <a:buNone/>
              <a:defRPr b="1" sz="2400"/>
            </a:lvl6pPr>
            <a:lvl7pPr indent="-228600" lvl="6" marL="3200400" algn="l">
              <a:lnSpc>
                <a:spcPct val="90000"/>
              </a:lnSpc>
              <a:spcBef>
                <a:spcPts val="750"/>
              </a:spcBef>
              <a:spcAft>
                <a:spcPts val="0"/>
              </a:spcAft>
              <a:buClr>
                <a:schemeClr val="dk1"/>
              </a:buClr>
              <a:buSzPts val="1600"/>
              <a:buNone/>
              <a:defRPr b="1" sz="2400"/>
            </a:lvl7pPr>
            <a:lvl8pPr indent="-228600" lvl="7" marL="3657600" algn="l">
              <a:lnSpc>
                <a:spcPct val="90000"/>
              </a:lnSpc>
              <a:spcBef>
                <a:spcPts val="750"/>
              </a:spcBef>
              <a:spcAft>
                <a:spcPts val="0"/>
              </a:spcAft>
              <a:buClr>
                <a:schemeClr val="dk1"/>
              </a:buClr>
              <a:buSzPts val="1600"/>
              <a:buNone/>
              <a:defRPr b="1" sz="2400"/>
            </a:lvl8pPr>
            <a:lvl9pPr indent="-228600" lvl="8" marL="4114800" algn="l">
              <a:lnSpc>
                <a:spcPct val="90000"/>
              </a:lnSpc>
              <a:spcBef>
                <a:spcPts val="750"/>
              </a:spcBef>
              <a:spcAft>
                <a:spcPts val="0"/>
              </a:spcAft>
              <a:buClr>
                <a:schemeClr val="dk1"/>
              </a:buClr>
              <a:buSzPts val="1600"/>
              <a:buNone/>
              <a:defRPr b="1" sz="2400"/>
            </a:lvl9pPr>
          </a:lstStyle>
          <a:p/>
        </p:txBody>
      </p:sp>
      <p:sp>
        <p:nvSpPr>
          <p:cNvPr id="50" name="Google Shape;50;p28"/>
          <p:cNvSpPr txBox="1"/>
          <p:nvPr>
            <p:ph idx="2" type="body"/>
          </p:nvPr>
        </p:nvSpPr>
        <p:spPr>
          <a:xfrm>
            <a:off x="1259683" y="3757613"/>
            <a:ext cx="7736681"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1" name="Google Shape;51;p28"/>
          <p:cNvSpPr txBox="1"/>
          <p:nvPr>
            <p:ph idx="3" type="body"/>
          </p:nvPr>
        </p:nvSpPr>
        <p:spPr>
          <a:xfrm>
            <a:off x="9258300" y="2521745"/>
            <a:ext cx="7774782"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b="1" sz="3600"/>
            </a:lvl1pPr>
            <a:lvl2pPr indent="-228600" lvl="1" marL="914400" algn="l">
              <a:lnSpc>
                <a:spcPct val="90000"/>
              </a:lnSpc>
              <a:spcBef>
                <a:spcPts val="750"/>
              </a:spcBef>
              <a:spcAft>
                <a:spcPts val="0"/>
              </a:spcAft>
              <a:buClr>
                <a:schemeClr val="dk1"/>
              </a:buClr>
              <a:buSzPts val="2000"/>
              <a:buNone/>
              <a:defRPr b="1" sz="3000"/>
            </a:lvl2pPr>
            <a:lvl3pPr indent="-228600" lvl="2" marL="1371600" algn="l">
              <a:lnSpc>
                <a:spcPct val="90000"/>
              </a:lnSpc>
              <a:spcBef>
                <a:spcPts val="750"/>
              </a:spcBef>
              <a:spcAft>
                <a:spcPts val="0"/>
              </a:spcAft>
              <a:buClr>
                <a:schemeClr val="dk1"/>
              </a:buClr>
              <a:buSzPts val="1800"/>
              <a:buNone/>
              <a:defRPr b="1" sz="2700"/>
            </a:lvl3pPr>
            <a:lvl4pPr indent="-228600" lvl="3" marL="1828800" algn="l">
              <a:lnSpc>
                <a:spcPct val="90000"/>
              </a:lnSpc>
              <a:spcBef>
                <a:spcPts val="750"/>
              </a:spcBef>
              <a:spcAft>
                <a:spcPts val="0"/>
              </a:spcAft>
              <a:buClr>
                <a:schemeClr val="dk1"/>
              </a:buClr>
              <a:buSzPts val="1600"/>
              <a:buNone/>
              <a:defRPr b="1" sz="2400"/>
            </a:lvl4pPr>
            <a:lvl5pPr indent="-228600" lvl="4" marL="2286000" algn="l">
              <a:lnSpc>
                <a:spcPct val="90000"/>
              </a:lnSpc>
              <a:spcBef>
                <a:spcPts val="750"/>
              </a:spcBef>
              <a:spcAft>
                <a:spcPts val="0"/>
              </a:spcAft>
              <a:buClr>
                <a:schemeClr val="dk1"/>
              </a:buClr>
              <a:buSzPts val="1600"/>
              <a:buNone/>
              <a:defRPr b="1" sz="2400"/>
            </a:lvl5pPr>
            <a:lvl6pPr indent="-228600" lvl="5" marL="2743200" algn="l">
              <a:lnSpc>
                <a:spcPct val="90000"/>
              </a:lnSpc>
              <a:spcBef>
                <a:spcPts val="750"/>
              </a:spcBef>
              <a:spcAft>
                <a:spcPts val="0"/>
              </a:spcAft>
              <a:buClr>
                <a:schemeClr val="dk1"/>
              </a:buClr>
              <a:buSzPts val="1600"/>
              <a:buNone/>
              <a:defRPr b="1" sz="2400"/>
            </a:lvl6pPr>
            <a:lvl7pPr indent="-228600" lvl="6" marL="3200400" algn="l">
              <a:lnSpc>
                <a:spcPct val="90000"/>
              </a:lnSpc>
              <a:spcBef>
                <a:spcPts val="750"/>
              </a:spcBef>
              <a:spcAft>
                <a:spcPts val="0"/>
              </a:spcAft>
              <a:buClr>
                <a:schemeClr val="dk1"/>
              </a:buClr>
              <a:buSzPts val="1600"/>
              <a:buNone/>
              <a:defRPr b="1" sz="2400"/>
            </a:lvl7pPr>
            <a:lvl8pPr indent="-228600" lvl="7" marL="3657600" algn="l">
              <a:lnSpc>
                <a:spcPct val="90000"/>
              </a:lnSpc>
              <a:spcBef>
                <a:spcPts val="750"/>
              </a:spcBef>
              <a:spcAft>
                <a:spcPts val="0"/>
              </a:spcAft>
              <a:buClr>
                <a:schemeClr val="dk1"/>
              </a:buClr>
              <a:buSzPts val="1600"/>
              <a:buNone/>
              <a:defRPr b="1" sz="2400"/>
            </a:lvl8pPr>
            <a:lvl9pPr indent="-228600" lvl="8" marL="4114800" algn="l">
              <a:lnSpc>
                <a:spcPct val="90000"/>
              </a:lnSpc>
              <a:spcBef>
                <a:spcPts val="750"/>
              </a:spcBef>
              <a:spcAft>
                <a:spcPts val="0"/>
              </a:spcAft>
              <a:buClr>
                <a:schemeClr val="dk1"/>
              </a:buClr>
              <a:buSzPts val="1600"/>
              <a:buNone/>
              <a:defRPr b="1" sz="2400"/>
            </a:lvl9pPr>
          </a:lstStyle>
          <a:p/>
        </p:txBody>
      </p:sp>
      <p:sp>
        <p:nvSpPr>
          <p:cNvPr id="52" name="Google Shape;52;p28"/>
          <p:cNvSpPr txBox="1"/>
          <p:nvPr>
            <p:ph idx="4" type="body"/>
          </p:nvPr>
        </p:nvSpPr>
        <p:spPr>
          <a:xfrm>
            <a:off x="9258300" y="3757613"/>
            <a:ext cx="7774782"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3" name="Google Shape;53;p2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4" name="Google Shape;54;p2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5" name="Google Shape;55;p2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9"/>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59" name="Google Shape;59;p29"/>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0" name="Google Shape;60;p2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 type="body"/>
          </p:nvPr>
        </p:nvSpPr>
        <p:spPr>
          <a:xfrm>
            <a:off x="7774782" y="1481138"/>
            <a:ext cx="9258300" cy="731043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500"/>
              </a:spcBef>
              <a:spcAft>
                <a:spcPts val="0"/>
              </a:spcAft>
              <a:buClr>
                <a:schemeClr val="dk1"/>
              </a:buClr>
              <a:buSzPts val="3200"/>
              <a:buChar char="•"/>
              <a:defRPr sz="4800"/>
            </a:lvl1pPr>
            <a:lvl2pPr indent="-406400" lvl="1" marL="914400" algn="l">
              <a:lnSpc>
                <a:spcPct val="90000"/>
              </a:lnSpc>
              <a:spcBef>
                <a:spcPts val="750"/>
              </a:spcBef>
              <a:spcAft>
                <a:spcPts val="0"/>
              </a:spcAft>
              <a:buClr>
                <a:schemeClr val="dk1"/>
              </a:buClr>
              <a:buSzPts val="2800"/>
              <a:buChar char="•"/>
              <a:defRPr sz="4200"/>
            </a:lvl2pPr>
            <a:lvl3pPr indent="-381000" lvl="2" marL="1371600" algn="l">
              <a:lnSpc>
                <a:spcPct val="90000"/>
              </a:lnSpc>
              <a:spcBef>
                <a:spcPts val="750"/>
              </a:spcBef>
              <a:spcAft>
                <a:spcPts val="0"/>
              </a:spcAft>
              <a:buClr>
                <a:schemeClr val="dk1"/>
              </a:buClr>
              <a:buSzPts val="2400"/>
              <a:buChar char="•"/>
              <a:defRPr sz="3600"/>
            </a:lvl3pPr>
            <a:lvl4pPr indent="-355600" lvl="3" marL="1828800" algn="l">
              <a:lnSpc>
                <a:spcPct val="90000"/>
              </a:lnSpc>
              <a:spcBef>
                <a:spcPts val="750"/>
              </a:spcBef>
              <a:spcAft>
                <a:spcPts val="0"/>
              </a:spcAft>
              <a:buClr>
                <a:schemeClr val="dk1"/>
              </a:buClr>
              <a:buSzPts val="2000"/>
              <a:buChar char="•"/>
              <a:defRPr sz="3000"/>
            </a:lvl4pPr>
            <a:lvl5pPr indent="-355600" lvl="4" marL="2286000" algn="l">
              <a:lnSpc>
                <a:spcPct val="90000"/>
              </a:lnSpc>
              <a:spcBef>
                <a:spcPts val="750"/>
              </a:spcBef>
              <a:spcAft>
                <a:spcPts val="0"/>
              </a:spcAft>
              <a:buClr>
                <a:schemeClr val="dk1"/>
              </a:buClr>
              <a:buSzPts val="2000"/>
              <a:buChar char="•"/>
              <a:defRPr sz="3000"/>
            </a:lvl5pPr>
            <a:lvl6pPr indent="-355600" lvl="5" marL="2743200" algn="l">
              <a:lnSpc>
                <a:spcPct val="90000"/>
              </a:lnSpc>
              <a:spcBef>
                <a:spcPts val="750"/>
              </a:spcBef>
              <a:spcAft>
                <a:spcPts val="0"/>
              </a:spcAft>
              <a:buClr>
                <a:schemeClr val="dk1"/>
              </a:buClr>
              <a:buSzPts val="2000"/>
              <a:buChar char="•"/>
              <a:defRPr sz="3000"/>
            </a:lvl6pPr>
            <a:lvl7pPr indent="-355600" lvl="6" marL="3200400" algn="l">
              <a:lnSpc>
                <a:spcPct val="90000"/>
              </a:lnSpc>
              <a:spcBef>
                <a:spcPts val="750"/>
              </a:spcBef>
              <a:spcAft>
                <a:spcPts val="0"/>
              </a:spcAft>
              <a:buClr>
                <a:schemeClr val="dk1"/>
              </a:buClr>
              <a:buSzPts val="2000"/>
              <a:buChar char="•"/>
              <a:defRPr sz="3000"/>
            </a:lvl7pPr>
            <a:lvl8pPr indent="-355600" lvl="7" marL="3657600" algn="l">
              <a:lnSpc>
                <a:spcPct val="90000"/>
              </a:lnSpc>
              <a:spcBef>
                <a:spcPts val="750"/>
              </a:spcBef>
              <a:spcAft>
                <a:spcPts val="0"/>
              </a:spcAft>
              <a:buClr>
                <a:schemeClr val="dk1"/>
              </a:buClr>
              <a:buSzPts val="2000"/>
              <a:buChar char="•"/>
              <a:defRPr sz="3000"/>
            </a:lvl8pPr>
            <a:lvl9pPr indent="-355600" lvl="8" marL="4114800" algn="l">
              <a:lnSpc>
                <a:spcPct val="90000"/>
              </a:lnSpc>
              <a:spcBef>
                <a:spcPts val="750"/>
              </a:spcBef>
              <a:spcAft>
                <a:spcPts val="0"/>
              </a:spcAft>
              <a:buClr>
                <a:schemeClr val="dk1"/>
              </a:buClr>
              <a:buSzPts val="2000"/>
              <a:buChar char="•"/>
              <a:defRPr sz="3000"/>
            </a:lvl9pPr>
          </a:lstStyle>
          <a:p/>
        </p:txBody>
      </p:sp>
      <p:sp>
        <p:nvSpPr>
          <p:cNvPr id="64" name="Google Shape;64;p30"/>
          <p:cNvSpPr txBox="1"/>
          <p:nvPr>
            <p:ph idx="2"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1600"/>
              <a:buNone/>
              <a:defRPr sz="2400"/>
            </a:lvl1pPr>
            <a:lvl2pPr indent="-228600" lvl="1" marL="914400" algn="l">
              <a:lnSpc>
                <a:spcPct val="90000"/>
              </a:lnSpc>
              <a:spcBef>
                <a:spcPts val="750"/>
              </a:spcBef>
              <a:spcAft>
                <a:spcPts val="0"/>
              </a:spcAft>
              <a:buClr>
                <a:schemeClr val="dk1"/>
              </a:buClr>
              <a:buSzPts val="1400"/>
              <a:buNone/>
              <a:defRPr sz="2100"/>
            </a:lvl2pPr>
            <a:lvl3pPr indent="-228600" lvl="2" marL="1371600" algn="l">
              <a:lnSpc>
                <a:spcPct val="90000"/>
              </a:lnSpc>
              <a:spcBef>
                <a:spcPts val="750"/>
              </a:spcBef>
              <a:spcAft>
                <a:spcPts val="0"/>
              </a:spcAft>
              <a:buClr>
                <a:schemeClr val="dk1"/>
              </a:buClr>
              <a:buSzPts val="1200"/>
              <a:buNone/>
              <a:defRPr sz="1800"/>
            </a:lvl3pPr>
            <a:lvl4pPr indent="-228600" lvl="3" marL="1828800" algn="l">
              <a:lnSpc>
                <a:spcPct val="90000"/>
              </a:lnSpc>
              <a:spcBef>
                <a:spcPts val="750"/>
              </a:spcBef>
              <a:spcAft>
                <a:spcPts val="0"/>
              </a:spcAft>
              <a:buClr>
                <a:schemeClr val="dk1"/>
              </a:buClr>
              <a:buSzPts val="1000"/>
              <a:buNone/>
              <a:defRPr sz="1500"/>
            </a:lvl4pPr>
            <a:lvl5pPr indent="-228600" lvl="4" marL="2286000" algn="l">
              <a:lnSpc>
                <a:spcPct val="90000"/>
              </a:lnSpc>
              <a:spcBef>
                <a:spcPts val="750"/>
              </a:spcBef>
              <a:spcAft>
                <a:spcPts val="0"/>
              </a:spcAft>
              <a:buClr>
                <a:schemeClr val="dk1"/>
              </a:buClr>
              <a:buSzPts val="1000"/>
              <a:buNone/>
              <a:defRPr sz="1500"/>
            </a:lvl5pPr>
            <a:lvl6pPr indent="-228600" lvl="5" marL="2743200" algn="l">
              <a:lnSpc>
                <a:spcPct val="90000"/>
              </a:lnSpc>
              <a:spcBef>
                <a:spcPts val="750"/>
              </a:spcBef>
              <a:spcAft>
                <a:spcPts val="0"/>
              </a:spcAft>
              <a:buClr>
                <a:schemeClr val="dk1"/>
              </a:buClr>
              <a:buSzPts val="1000"/>
              <a:buNone/>
              <a:defRPr sz="1500"/>
            </a:lvl6pPr>
            <a:lvl7pPr indent="-228600" lvl="6" marL="3200400" algn="l">
              <a:lnSpc>
                <a:spcPct val="90000"/>
              </a:lnSpc>
              <a:spcBef>
                <a:spcPts val="750"/>
              </a:spcBef>
              <a:spcAft>
                <a:spcPts val="0"/>
              </a:spcAft>
              <a:buClr>
                <a:schemeClr val="dk1"/>
              </a:buClr>
              <a:buSzPts val="1000"/>
              <a:buNone/>
              <a:defRPr sz="1500"/>
            </a:lvl7pPr>
            <a:lvl8pPr indent="-228600" lvl="7" marL="3657600" algn="l">
              <a:lnSpc>
                <a:spcPct val="90000"/>
              </a:lnSpc>
              <a:spcBef>
                <a:spcPts val="750"/>
              </a:spcBef>
              <a:spcAft>
                <a:spcPts val="0"/>
              </a:spcAft>
              <a:buClr>
                <a:schemeClr val="dk1"/>
              </a:buClr>
              <a:buSzPts val="1000"/>
              <a:buNone/>
              <a:defRPr sz="1500"/>
            </a:lvl8pPr>
            <a:lvl9pPr indent="-228600" lvl="8" marL="4114800" algn="l">
              <a:lnSpc>
                <a:spcPct val="90000"/>
              </a:lnSpc>
              <a:spcBef>
                <a:spcPts val="750"/>
              </a:spcBef>
              <a:spcAft>
                <a:spcPts val="0"/>
              </a:spcAft>
              <a:buClr>
                <a:schemeClr val="dk1"/>
              </a:buClr>
              <a:buSzPts val="1000"/>
              <a:buNone/>
              <a:defRPr sz="1500"/>
            </a:lvl9pPr>
          </a:lstStyle>
          <a:p/>
        </p:txBody>
      </p:sp>
      <p:sp>
        <p:nvSpPr>
          <p:cNvPr id="65" name="Google Shape;65;p3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6" name="Google Shape;66;p3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67" name="Google Shape;67;p3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1"/>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p:nvPr>
            <p:ph idx="2" type="pic"/>
          </p:nvPr>
        </p:nvSpPr>
        <p:spPr>
          <a:xfrm>
            <a:off x="7774782" y="1481138"/>
            <a:ext cx="9258300" cy="7310438"/>
          </a:xfrm>
          <a:prstGeom prst="rect">
            <a:avLst/>
          </a:prstGeom>
          <a:noFill/>
          <a:ln>
            <a:noFill/>
          </a:ln>
        </p:spPr>
      </p:sp>
      <p:sp>
        <p:nvSpPr>
          <p:cNvPr id="71" name="Google Shape;71;p31"/>
          <p:cNvSpPr txBox="1"/>
          <p:nvPr>
            <p:ph idx="1"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1600"/>
              <a:buNone/>
              <a:defRPr sz="2400"/>
            </a:lvl1pPr>
            <a:lvl2pPr indent="-228600" lvl="1" marL="914400" algn="l">
              <a:lnSpc>
                <a:spcPct val="90000"/>
              </a:lnSpc>
              <a:spcBef>
                <a:spcPts val="750"/>
              </a:spcBef>
              <a:spcAft>
                <a:spcPts val="0"/>
              </a:spcAft>
              <a:buClr>
                <a:schemeClr val="dk1"/>
              </a:buClr>
              <a:buSzPts val="1400"/>
              <a:buNone/>
              <a:defRPr sz="2100"/>
            </a:lvl2pPr>
            <a:lvl3pPr indent="-228600" lvl="2" marL="1371600" algn="l">
              <a:lnSpc>
                <a:spcPct val="90000"/>
              </a:lnSpc>
              <a:spcBef>
                <a:spcPts val="750"/>
              </a:spcBef>
              <a:spcAft>
                <a:spcPts val="0"/>
              </a:spcAft>
              <a:buClr>
                <a:schemeClr val="dk1"/>
              </a:buClr>
              <a:buSzPts val="1200"/>
              <a:buNone/>
              <a:defRPr sz="1800"/>
            </a:lvl3pPr>
            <a:lvl4pPr indent="-228600" lvl="3" marL="1828800" algn="l">
              <a:lnSpc>
                <a:spcPct val="90000"/>
              </a:lnSpc>
              <a:spcBef>
                <a:spcPts val="750"/>
              </a:spcBef>
              <a:spcAft>
                <a:spcPts val="0"/>
              </a:spcAft>
              <a:buClr>
                <a:schemeClr val="dk1"/>
              </a:buClr>
              <a:buSzPts val="1000"/>
              <a:buNone/>
              <a:defRPr sz="1500"/>
            </a:lvl4pPr>
            <a:lvl5pPr indent="-228600" lvl="4" marL="2286000" algn="l">
              <a:lnSpc>
                <a:spcPct val="90000"/>
              </a:lnSpc>
              <a:spcBef>
                <a:spcPts val="750"/>
              </a:spcBef>
              <a:spcAft>
                <a:spcPts val="0"/>
              </a:spcAft>
              <a:buClr>
                <a:schemeClr val="dk1"/>
              </a:buClr>
              <a:buSzPts val="1000"/>
              <a:buNone/>
              <a:defRPr sz="1500"/>
            </a:lvl5pPr>
            <a:lvl6pPr indent="-228600" lvl="5" marL="2743200" algn="l">
              <a:lnSpc>
                <a:spcPct val="90000"/>
              </a:lnSpc>
              <a:spcBef>
                <a:spcPts val="750"/>
              </a:spcBef>
              <a:spcAft>
                <a:spcPts val="0"/>
              </a:spcAft>
              <a:buClr>
                <a:schemeClr val="dk1"/>
              </a:buClr>
              <a:buSzPts val="1000"/>
              <a:buNone/>
              <a:defRPr sz="1500"/>
            </a:lvl6pPr>
            <a:lvl7pPr indent="-228600" lvl="6" marL="3200400" algn="l">
              <a:lnSpc>
                <a:spcPct val="90000"/>
              </a:lnSpc>
              <a:spcBef>
                <a:spcPts val="750"/>
              </a:spcBef>
              <a:spcAft>
                <a:spcPts val="0"/>
              </a:spcAft>
              <a:buClr>
                <a:schemeClr val="dk1"/>
              </a:buClr>
              <a:buSzPts val="1000"/>
              <a:buNone/>
              <a:defRPr sz="1500"/>
            </a:lvl7pPr>
            <a:lvl8pPr indent="-228600" lvl="7" marL="3657600" algn="l">
              <a:lnSpc>
                <a:spcPct val="90000"/>
              </a:lnSpc>
              <a:spcBef>
                <a:spcPts val="750"/>
              </a:spcBef>
              <a:spcAft>
                <a:spcPts val="0"/>
              </a:spcAft>
              <a:buClr>
                <a:schemeClr val="dk1"/>
              </a:buClr>
              <a:buSzPts val="1000"/>
              <a:buNone/>
              <a:defRPr sz="1500"/>
            </a:lvl8pPr>
            <a:lvl9pPr indent="-228600" lvl="8" marL="4114800" algn="l">
              <a:lnSpc>
                <a:spcPct val="90000"/>
              </a:lnSpc>
              <a:spcBef>
                <a:spcPts val="750"/>
              </a:spcBef>
              <a:spcAft>
                <a:spcPts val="0"/>
              </a:spcAft>
              <a:buClr>
                <a:schemeClr val="dk1"/>
              </a:buClr>
              <a:buSzPts val="1000"/>
              <a:buNone/>
              <a:defRPr sz="1500"/>
            </a:lvl9pPr>
          </a:lstStyle>
          <a:p/>
        </p:txBody>
      </p:sp>
      <p:sp>
        <p:nvSpPr>
          <p:cNvPr id="72" name="Google Shape;72;p3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3" name="Google Shape;73;p3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4" name="Google Shape;74;p3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2"/>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 type="body"/>
          </p:nvPr>
        </p:nvSpPr>
        <p:spPr>
          <a:xfrm rot="5400000">
            <a:off x="5880497" y="-1884759"/>
            <a:ext cx="6527007" cy="1577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8" name="Google Shape;78;p3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79" name="Google Shape;79;p3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0" name="Google Shape;80;p3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3"/>
          <p:cNvSpPr txBox="1"/>
          <p:nvPr>
            <p:ph type="title"/>
          </p:nvPr>
        </p:nvSpPr>
        <p:spPr>
          <a:xfrm rot="5400000">
            <a:off x="10700147" y="2934891"/>
            <a:ext cx="8717757" cy="39433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 type="body"/>
          </p:nvPr>
        </p:nvSpPr>
        <p:spPr>
          <a:xfrm rot="5400000">
            <a:off x="2699147" y="-894159"/>
            <a:ext cx="8717757" cy="11601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84" name="Google Shape;84;p33"/>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5" name="Google Shape;85;p33"/>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p:txBody>
      </p:sp>
      <p:sp>
        <p:nvSpPr>
          <p:cNvPr id="86" name="Google Shape;86;p3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87" name="Shape 87"/>
        <p:cNvGrpSpPr/>
        <p:nvPr/>
      </p:nvGrpSpPr>
      <p:grpSpPr>
        <a:xfrm>
          <a:off x="0" y="0"/>
          <a:ext cx="0" cy="0"/>
          <a:chOff x="0" y="0"/>
          <a:chExt cx="0" cy="0"/>
        </a:xfrm>
      </p:grpSpPr>
      <p:sp>
        <p:nvSpPr>
          <p:cNvPr id="88" name="Google Shape;88;p55"/>
          <p:cNvSpPr/>
          <p:nvPr>
            <p:ph idx="2" type="pic"/>
          </p:nvPr>
        </p:nvSpPr>
        <p:spPr>
          <a:xfrm>
            <a:off x="0" y="0"/>
            <a:ext cx="18288000" cy="10287000"/>
          </a:xfrm>
          <a:prstGeom prst="rect">
            <a:avLst/>
          </a:prstGeom>
          <a:noFill/>
          <a:ln>
            <a:noFill/>
          </a:ln>
        </p:spPr>
      </p:sp>
      <p:sp>
        <p:nvSpPr>
          <p:cNvPr id="89" name="Google Shape;89;p55"/>
          <p:cNvSpPr txBox="1"/>
          <p:nvPr>
            <p:ph type="title"/>
          </p:nvPr>
        </p:nvSpPr>
        <p:spPr>
          <a:xfrm>
            <a:off x="1053548" y="2491216"/>
            <a:ext cx="16180905" cy="12459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5"/>
          <p:cNvSpPr txBox="1"/>
          <p:nvPr>
            <p:ph idx="1" type="body"/>
          </p:nvPr>
        </p:nvSpPr>
        <p:spPr>
          <a:xfrm>
            <a:off x="5268515" y="7706989"/>
            <a:ext cx="7750970" cy="778193"/>
          </a:xfrm>
          <a:prstGeom prst="rect">
            <a:avLst/>
          </a:prstGeom>
          <a:gradFill>
            <a:gsLst>
              <a:gs pos="0">
                <a:schemeClr val="accent5"/>
              </a:gs>
              <a:gs pos="50000">
                <a:schemeClr val="accent1"/>
              </a:gs>
              <a:gs pos="100000">
                <a:srgbClr val="E97437"/>
              </a:gs>
            </a:gsLst>
            <a:lin ang="10800000" scaled="0"/>
          </a:grad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2800"/>
              <a:buNone/>
              <a:defRPr sz="2700">
                <a:solidFill>
                  <a:schemeClr val="lt1"/>
                </a:solidFill>
              </a:defRPr>
            </a:lvl1pPr>
            <a:lvl2pPr indent="-228600" lvl="1" marL="914400" algn="l">
              <a:lnSpc>
                <a:spcPct val="90000"/>
              </a:lnSpc>
              <a:spcBef>
                <a:spcPts val="500"/>
              </a:spcBef>
              <a:spcAft>
                <a:spcPts val="0"/>
              </a:spcAft>
              <a:buSzPts val="2400"/>
              <a:buNone/>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91" name="Google Shape;91;p55"/>
          <p:cNvSpPr txBox="1"/>
          <p:nvPr>
            <p:ph idx="3" type="body"/>
          </p:nvPr>
        </p:nvSpPr>
        <p:spPr>
          <a:xfrm>
            <a:off x="882291" y="5854689"/>
            <a:ext cx="4597002" cy="77819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2800"/>
              <a:buNone/>
              <a:defRPr sz="2700">
                <a:solidFill>
                  <a:schemeClr val="lt1"/>
                </a:solidFill>
              </a:defRPr>
            </a:lvl1pPr>
            <a:lvl2pPr indent="-228600" lvl="1" marL="914400" algn="l">
              <a:lnSpc>
                <a:spcPct val="90000"/>
              </a:lnSpc>
              <a:spcBef>
                <a:spcPts val="500"/>
              </a:spcBef>
              <a:spcAft>
                <a:spcPts val="0"/>
              </a:spcAft>
              <a:buSzPts val="2400"/>
              <a:buNone/>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92" name="Google Shape;92;p55"/>
          <p:cNvSpPr txBox="1"/>
          <p:nvPr>
            <p:ph idx="4" type="body"/>
          </p:nvPr>
        </p:nvSpPr>
        <p:spPr>
          <a:xfrm>
            <a:off x="6845496" y="5839996"/>
            <a:ext cx="4597002" cy="77819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2800"/>
              <a:buNone/>
              <a:defRPr sz="2700">
                <a:solidFill>
                  <a:schemeClr val="lt1"/>
                </a:solidFill>
              </a:defRPr>
            </a:lvl1pPr>
            <a:lvl2pPr indent="-228600" lvl="1" marL="914400" algn="l">
              <a:lnSpc>
                <a:spcPct val="90000"/>
              </a:lnSpc>
              <a:spcBef>
                <a:spcPts val="500"/>
              </a:spcBef>
              <a:spcAft>
                <a:spcPts val="0"/>
              </a:spcAft>
              <a:buSzPts val="2400"/>
              <a:buNone/>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93" name="Google Shape;93;p55"/>
          <p:cNvSpPr txBox="1"/>
          <p:nvPr>
            <p:ph idx="5" type="body"/>
          </p:nvPr>
        </p:nvSpPr>
        <p:spPr>
          <a:xfrm>
            <a:off x="12808707" y="5854689"/>
            <a:ext cx="4597002" cy="77819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2800"/>
              <a:buNone/>
              <a:defRPr sz="2700">
                <a:solidFill>
                  <a:schemeClr val="lt1"/>
                </a:solidFill>
              </a:defRPr>
            </a:lvl1pPr>
            <a:lvl2pPr indent="-228600" lvl="1" marL="914400" algn="l">
              <a:lnSpc>
                <a:spcPct val="90000"/>
              </a:lnSpc>
              <a:spcBef>
                <a:spcPts val="500"/>
              </a:spcBef>
              <a:spcAft>
                <a:spcPts val="0"/>
              </a:spcAft>
              <a:buSzPts val="2400"/>
              <a:buNone/>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94" name="Google Shape;94;p55"/>
          <p:cNvSpPr/>
          <p:nvPr>
            <p:ph idx="6" type="clipArt"/>
          </p:nvPr>
        </p:nvSpPr>
        <p:spPr>
          <a:xfrm>
            <a:off x="2632152" y="4648478"/>
            <a:ext cx="1097280" cy="1097280"/>
          </a:xfrm>
          <a:prstGeom prst="rect">
            <a:avLst/>
          </a:prstGeom>
          <a:noFill/>
          <a:ln>
            <a:noFill/>
          </a:ln>
        </p:spPr>
      </p:sp>
      <p:sp>
        <p:nvSpPr>
          <p:cNvPr id="95" name="Google Shape;95;p55"/>
          <p:cNvSpPr/>
          <p:nvPr>
            <p:ph idx="7" type="clipArt"/>
          </p:nvPr>
        </p:nvSpPr>
        <p:spPr>
          <a:xfrm>
            <a:off x="8595360" y="4648478"/>
            <a:ext cx="1097280" cy="1097280"/>
          </a:xfrm>
          <a:prstGeom prst="rect">
            <a:avLst/>
          </a:prstGeom>
          <a:noFill/>
          <a:ln>
            <a:noFill/>
          </a:ln>
        </p:spPr>
      </p:sp>
      <p:sp>
        <p:nvSpPr>
          <p:cNvPr id="96" name="Google Shape;96;p55"/>
          <p:cNvSpPr/>
          <p:nvPr>
            <p:ph idx="8" type="clipArt"/>
          </p:nvPr>
        </p:nvSpPr>
        <p:spPr>
          <a:xfrm>
            <a:off x="14558568" y="4648478"/>
            <a:ext cx="1097280" cy="109728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757575"/>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9pPr>
          </a:lstStyle>
          <a:p/>
        </p:txBody>
      </p:sp>
      <p:sp>
        <p:nvSpPr>
          <p:cNvPr id="13" name="Google Shape;13;p1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757575"/>
              </a:buClr>
              <a:buSzPts val="1400"/>
              <a:buFont typeface="Arial"/>
              <a:buNone/>
              <a:defRPr b="0" i="0" sz="18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00"/>
              <a:buFont typeface="Arial"/>
              <a:buNone/>
              <a:defRPr b="0" i="0" sz="2700" u="none" cap="none" strike="noStrike">
                <a:solidFill>
                  <a:schemeClr val="dk1"/>
                </a:solidFill>
                <a:latin typeface="Arial"/>
                <a:ea typeface="Arial"/>
                <a:cs typeface="Arial"/>
                <a:sym typeface="Arial"/>
              </a:defRPr>
            </a:lvl9pPr>
          </a:lstStyle>
          <a:p/>
        </p:txBody>
      </p:sp>
      <p:sp>
        <p:nvSpPr>
          <p:cNvPr id="14" name="Google Shape;14;p1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close-up of a network&#10;&#10;Description automatically generated" id="15" name="Google Shape;15;p10"/>
          <p:cNvPicPr preferRelativeResize="0"/>
          <p:nvPr/>
        </p:nvPicPr>
        <p:blipFill rotWithShape="1">
          <a:blip r:embed="rId1">
            <a:alphaModFix/>
          </a:blip>
          <a:srcRect b="0" l="8222" r="0" t="0"/>
          <a:stretch/>
        </p:blipFill>
        <p:spPr>
          <a:xfrm>
            <a:off x="0" y="0"/>
            <a:ext cx="18288000" cy="10287000"/>
          </a:xfrm>
          <a:prstGeom prst="rect">
            <a:avLst/>
          </a:prstGeom>
          <a:noFill/>
          <a:ln>
            <a:noFill/>
          </a:ln>
        </p:spPr>
      </p:pic>
      <p:sp>
        <p:nvSpPr>
          <p:cNvPr id="16" name="Google Shape;16;p10"/>
          <p:cNvSpPr/>
          <p:nvPr/>
        </p:nvSpPr>
        <p:spPr>
          <a:xfrm>
            <a:off x="0" y="1"/>
            <a:ext cx="18288000" cy="10439399"/>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000000">
              <a:alpha val="6392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700"/>
              <a:buFont typeface="Arial"/>
              <a:buNone/>
            </a:pPr>
            <a:r>
              <a:t/>
            </a:r>
            <a:endParaRPr b="0" i="0" sz="2700" u="none" cap="none" strike="noStrike">
              <a:solidFill>
                <a:schemeClr val="dk1"/>
              </a:solidFill>
              <a:latin typeface="Arial"/>
              <a:ea typeface="Arial"/>
              <a:cs typeface="Arial"/>
              <a:sym typeface="Arial"/>
            </a:endParaRPr>
          </a:p>
        </p:txBody>
      </p:sp>
      <p:pic>
        <p:nvPicPr>
          <p:cNvPr id="17" name="Google Shape;17;p10"/>
          <p:cNvPicPr preferRelativeResize="0"/>
          <p:nvPr/>
        </p:nvPicPr>
        <p:blipFill rotWithShape="1">
          <a:blip r:embed="rId2">
            <a:alphaModFix/>
          </a:blip>
          <a:srcRect b="0" l="0" r="0" t="0"/>
          <a:stretch/>
        </p:blipFill>
        <p:spPr>
          <a:xfrm>
            <a:off x="373181" y="272723"/>
            <a:ext cx="2671763" cy="78581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grpSp>
        <p:nvGrpSpPr>
          <p:cNvPr id="101" name="Google Shape;101;p1"/>
          <p:cNvGrpSpPr/>
          <p:nvPr/>
        </p:nvGrpSpPr>
        <p:grpSpPr>
          <a:xfrm>
            <a:off x="580164" y="3131705"/>
            <a:ext cx="17127661" cy="4023594"/>
            <a:chOff x="498764" y="2107042"/>
            <a:chExt cx="17127661" cy="4023594"/>
          </a:xfrm>
        </p:grpSpPr>
        <p:sp>
          <p:nvSpPr>
            <p:cNvPr id="102" name="Google Shape;102;p1"/>
            <p:cNvSpPr/>
            <p:nvPr/>
          </p:nvSpPr>
          <p:spPr>
            <a:xfrm>
              <a:off x="498764" y="2234045"/>
              <a:ext cx="17127661" cy="3896591"/>
            </a:xfrm>
            <a:prstGeom prst="rect">
              <a:avLst/>
            </a:prstGeom>
            <a:solidFill>
              <a:srgbClr val="0C0C0C">
                <a:alpha val="77254"/>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Georgia"/>
                <a:ea typeface="Georgia"/>
                <a:cs typeface="Georgia"/>
                <a:sym typeface="Georgia"/>
              </a:endParaRPr>
            </a:p>
          </p:txBody>
        </p:sp>
        <p:sp>
          <p:nvSpPr>
            <p:cNvPr id="103" name="Google Shape;103;p1"/>
            <p:cNvSpPr txBox="1"/>
            <p:nvPr/>
          </p:nvSpPr>
          <p:spPr>
            <a:xfrm>
              <a:off x="997527" y="2107042"/>
              <a:ext cx="10532270" cy="3462486"/>
            </a:xfrm>
            <a:prstGeom prst="rect">
              <a:avLst/>
            </a:prstGeom>
            <a:noFill/>
            <a:ln>
              <a:noFill/>
            </a:ln>
          </p:spPr>
          <p:txBody>
            <a:bodyPr anchorCtr="0" anchor="b" bIns="68575" lIns="137150" spcFirstLastPara="1" rIns="137150" wrap="square" tIns="68575">
              <a:normAutofit/>
            </a:bodyPr>
            <a:lstStyle/>
            <a:p>
              <a:pPr indent="0" lvl="0" marL="0" marR="0" rtl="0" algn="l">
                <a:lnSpc>
                  <a:spcPct val="90000"/>
                </a:lnSpc>
                <a:spcBef>
                  <a:spcPts val="0"/>
                </a:spcBef>
                <a:spcAft>
                  <a:spcPts val="0"/>
                </a:spcAft>
                <a:buClr>
                  <a:schemeClr val="dk1"/>
                </a:buClr>
                <a:buSzPts val="6000"/>
                <a:buFont typeface="Play"/>
                <a:buNone/>
              </a:pPr>
              <a:r>
                <a:rPr b="1" i="0" lang="en-US" sz="9900" u="none" cap="none" strike="noStrike">
                  <a:solidFill>
                    <a:srgbClr val="FFFFFF"/>
                  </a:solidFill>
                  <a:latin typeface="Play"/>
                  <a:ea typeface="Play"/>
                  <a:cs typeface="Play"/>
                  <a:sym typeface="Play"/>
                </a:rPr>
                <a:t>INTRODUCTION TO DATABRICKS</a:t>
              </a:r>
              <a:endParaRPr b="1" i="0" sz="9900" u="none" cap="none" strike="noStrike">
                <a:solidFill>
                  <a:srgbClr val="FFFFFF"/>
                </a:solidFill>
                <a:latin typeface="Play"/>
                <a:ea typeface="Play"/>
                <a:cs typeface="Play"/>
                <a:sym typeface="Play"/>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Light bulb on yellow background with sketched light beams and cord" id="109" name="Google Shape;109;p34"/>
          <p:cNvPicPr preferRelativeResize="0"/>
          <p:nvPr/>
        </p:nvPicPr>
        <p:blipFill rotWithShape="1">
          <a:blip r:embed="rId3">
            <a:alphaModFix/>
          </a:blip>
          <a:srcRect b="0" l="48166" r="3316" t="0"/>
          <a:stretch/>
        </p:blipFill>
        <p:spPr>
          <a:xfrm>
            <a:off x="-2" y="-3"/>
            <a:ext cx="8115297" cy="10287003"/>
          </a:xfrm>
          <a:prstGeom prst="rect">
            <a:avLst/>
          </a:prstGeom>
          <a:noFill/>
          <a:ln>
            <a:noFill/>
          </a:ln>
        </p:spPr>
      </p:pic>
      <p:sp>
        <p:nvSpPr>
          <p:cNvPr id="110" name="Google Shape;110;p34"/>
          <p:cNvSpPr txBox="1"/>
          <p:nvPr>
            <p:ph type="title"/>
          </p:nvPr>
        </p:nvSpPr>
        <p:spPr>
          <a:xfrm>
            <a:off x="9172976" y="608528"/>
            <a:ext cx="8197452" cy="23389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solidFill>
                  <a:schemeClr val="lt1"/>
                </a:solidFill>
              </a:rPr>
              <a:t>Learning objectives</a:t>
            </a:r>
            <a:endParaRPr/>
          </a:p>
        </p:txBody>
      </p:sp>
      <p:sp>
        <p:nvSpPr>
          <p:cNvPr id="111" name="Google Shape;111;p34"/>
          <p:cNvSpPr txBox="1"/>
          <p:nvPr>
            <p:ph idx="1" type="body"/>
          </p:nvPr>
        </p:nvSpPr>
        <p:spPr>
          <a:xfrm>
            <a:off x="9172976" y="3158837"/>
            <a:ext cx="7871010" cy="4914899"/>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40000"/>
              </a:lnSpc>
              <a:spcBef>
                <a:spcPts val="1500"/>
              </a:spcBef>
              <a:spcAft>
                <a:spcPts val="0"/>
              </a:spcAft>
              <a:buClr>
                <a:schemeClr val="lt1"/>
              </a:buClr>
              <a:buSzPts val="1800"/>
              <a:buNone/>
            </a:pPr>
            <a:r>
              <a:t/>
            </a:r>
            <a:endParaRPr sz="3000"/>
          </a:p>
          <a:p>
            <a:pPr indent="-514350" lvl="0" marL="514350" rtl="0" algn="l">
              <a:lnSpc>
                <a:spcPct val="140000"/>
              </a:lnSpc>
              <a:spcBef>
                <a:spcPts val="1500"/>
              </a:spcBef>
              <a:spcAft>
                <a:spcPts val="0"/>
              </a:spcAft>
              <a:buClr>
                <a:schemeClr val="lt1"/>
              </a:buClr>
              <a:buSzPts val="1800"/>
              <a:buFont typeface="Arial"/>
              <a:buAutoNum type="arabicPeriod"/>
            </a:pPr>
            <a:r>
              <a:rPr lang="en-US" sz="3000">
                <a:solidFill>
                  <a:schemeClr val="lt1"/>
                </a:solidFill>
              </a:rPr>
              <a:t>Introduction to Databricks</a:t>
            </a:r>
            <a:endParaRPr sz="3000">
              <a:solidFill>
                <a:schemeClr val="lt1"/>
              </a:solidFill>
            </a:endParaRPr>
          </a:p>
          <a:p>
            <a:pPr indent="-514350" lvl="0" marL="514350" rtl="0" algn="l">
              <a:lnSpc>
                <a:spcPct val="140000"/>
              </a:lnSpc>
              <a:spcBef>
                <a:spcPts val="1500"/>
              </a:spcBef>
              <a:spcAft>
                <a:spcPts val="0"/>
              </a:spcAft>
              <a:buClr>
                <a:schemeClr val="lt1"/>
              </a:buClr>
              <a:buSzPts val="1800"/>
              <a:buFont typeface="Arial"/>
              <a:buAutoNum type="arabicPeriod"/>
            </a:pPr>
            <a:r>
              <a:rPr lang="en-US" sz="3000">
                <a:solidFill>
                  <a:schemeClr val="lt1"/>
                </a:solidFill>
              </a:rPr>
              <a:t>Key Features and Benefits of Databricks</a:t>
            </a:r>
            <a:endParaRPr sz="3000">
              <a:solidFill>
                <a:schemeClr val="lt1"/>
              </a:solidFill>
            </a:endParaRPr>
          </a:p>
          <a:p>
            <a:pPr indent="-514350" lvl="0" marL="514350" rtl="0" algn="l">
              <a:lnSpc>
                <a:spcPct val="140000"/>
              </a:lnSpc>
              <a:spcBef>
                <a:spcPts val="1500"/>
              </a:spcBef>
              <a:spcAft>
                <a:spcPts val="0"/>
              </a:spcAft>
              <a:buClr>
                <a:schemeClr val="lt1"/>
              </a:buClr>
              <a:buSzPts val="1800"/>
              <a:buFont typeface="Arial"/>
              <a:buAutoNum type="arabicPeriod"/>
            </a:pPr>
            <a:r>
              <a:rPr lang="en-US" sz="3000">
                <a:solidFill>
                  <a:schemeClr val="lt1"/>
                </a:solidFill>
              </a:rPr>
              <a:t>Databricks Architecture</a:t>
            </a:r>
            <a:endParaRPr/>
          </a:p>
          <a:p>
            <a:pPr indent="-514350" lvl="0" marL="514350" rtl="0" algn="l">
              <a:lnSpc>
                <a:spcPct val="140000"/>
              </a:lnSpc>
              <a:spcBef>
                <a:spcPts val="1500"/>
              </a:spcBef>
              <a:spcAft>
                <a:spcPts val="0"/>
              </a:spcAft>
              <a:buClr>
                <a:schemeClr val="lt1"/>
              </a:buClr>
              <a:buSzPts val="1800"/>
              <a:buFont typeface="Arial"/>
              <a:buAutoNum type="arabicPeriod"/>
            </a:pPr>
            <a:r>
              <a:rPr lang="en-US" sz="3000">
                <a:solidFill>
                  <a:schemeClr val="lt1"/>
                </a:solidFill>
              </a:rPr>
              <a:t>Databricks for Data Engineering</a:t>
            </a:r>
            <a:endParaRPr/>
          </a:p>
          <a:p>
            <a:pPr indent="-514350" lvl="0" marL="514350" rtl="0" algn="l">
              <a:lnSpc>
                <a:spcPct val="140000"/>
              </a:lnSpc>
              <a:spcBef>
                <a:spcPts val="1500"/>
              </a:spcBef>
              <a:spcAft>
                <a:spcPts val="0"/>
              </a:spcAft>
              <a:buClr>
                <a:schemeClr val="lt1"/>
              </a:buClr>
              <a:buSzPts val="1800"/>
              <a:buFont typeface="Arial"/>
              <a:buAutoNum type="arabicPeriod"/>
            </a:pPr>
            <a:r>
              <a:rPr lang="en-US" sz="3000">
                <a:solidFill>
                  <a:schemeClr val="lt1"/>
                </a:solidFill>
              </a:rPr>
              <a:t>Platform Walkthrough</a:t>
            </a:r>
            <a:endParaRPr sz="3000"/>
          </a:p>
          <a:p>
            <a:pPr indent="-400050" lvl="0" marL="628650" rtl="0" algn="l">
              <a:lnSpc>
                <a:spcPct val="140000"/>
              </a:lnSpc>
              <a:spcBef>
                <a:spcPts val="1500"/>
              </a:spcBef>
              <a:spcAft>
                <a:spcPts val="0"/>
              </a:spcAft>
              <a:buClr>
                <a:schemeClr val="lt1"/>
              </a:buClr>
              <a:buSzPts val="1800"/>
              <a:buFont typeface="Arial"/>
              <a:buNone/>
            </a:pPr>
            <a:r>
              <a:t/>
            </a:r>
            <a:endParaRPr sz="3000"/>
          </a:p>
        </p:txBody>
      </p:sp>
      <p:sp>
        <p:nvSpPr>
          <p:cNvPr id="112" name="Google Shape;112;p34"/>
          <p:cNvSpPr txBox="1"/>
          <p:nvPr>
            <p:ph idx="12" type="sldNum"/>
          </p:nvPr>
        </p:nvSpPr>
        <p:spPr>
          <a:xfrm>
            <a:off x="13098780" y="9534526"/>
            <a:ext cx="4800600" cy="547688"/>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900"/>
              </a:spcAft>
              <a:buSzPts val="1800"/>
              <a:buNone/>
            </a:pPr>
            <a:fld id="{00000000-1234-1234-1234-123412341234}" type="slidenum">
              <a:rPr lang="en-US">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5"/>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800"/>
              <a:buNone/>
            </a:pPr>
            <a:r>
              <a:rPr lang="en-US" sz="6000">
                <a:solidFill>
                  <a:schemeClr val="lt1"/>
                </a:solidFill>
                <a:latin typeface="Arial"/>
                <a:ea typeface="Arial"/>
                <a:cs typeface="Arial"/>
                <a:sym typeface="Arial"/>
              </a:rPr>
              <a:t>DATABRICKS – INTRODUCTION</a:t>
            </a:r>
            <a:endParaRPr sz="6000">
              <a:solidFill>
                <a:schemeClr val="lt1"/>
              </a:solidFill>
              <a:latin typeface="Arial"/>
              <a:ea typeface="Arial"/>
              <a:cs typeface="Arial"/>
              <a:sym typeface="Arial"/>
            </a:endParaRPr>
          </a:p>
        </p:txBody>
      </p:sp>
      <p:sp>
        <p:nvSpPr>
          <p:cNvPr id="119" name="Google Shape;119;p35"/>
          <p:cNvSpPr txBox="1"/>
          <p:nvPr/>
        </p:nvSpPr>
        <p:spPr>
          <a:xfrm>
            <a:off x="1735272" y="2845725"/>
            <a:ext cx="15965592" cy="6674747"/>
          </a:xfrm>
          <a:prstGeom prst="rect">
            <a:avLst/>
          </a:prstGeom>
          <a:noFill/>
          <a:ln>
            <a:noFill/>
          </a:ln>
        </p:spPr>
        <p:txBody>
          <a:bodyPr anchorCtr="0" anchor="t" bIns="68575" lIns="137150" spcFirstLastPara="1" rIns="137150" wrap="square" tIns="68575">
            <a:normAutofit fontScale="92500"/>
          </a:bodyPr>
          <a:lstStyle/>
          <a:p>
            <a:pPr indent="0" lvl="0" marL="0" marR="0" rtl="0" algn="l">
              <a:lnSpc>
                <a:spcPct val="150000"/>
              </a:lnSpc>
              <a:spcBef>
                <a:spcPts val="0"/>
              </a:spcBef>
              <a:spcAft>
                <a:spcPts val="0"/>
              </a:spcAft>
              <a:buClr>
                <a:srgbClr val="000000"/>
              </a:buClr>
              <a:buSzPct val="100000"/>
              <a:buFont typeface="Arial"/>
              <a:buNone/>
            </a:pPr>
            <a:r>
              <a:rPr b="0" i="0" lang="en-US" sz="3600" u="none" cap="none" strike="noStrike">
                <a:solidFill>
                  <a:schemeClr val="lt1"/>
                </a:solidFill>
                <a:latin typeface="Arial"/>
                <a:ea typeface="Arial"/>
                <a:cs typeface="Arial"/>
                <a:sym typeface="Arial"/>
              </a:rPr>
              <a:t>Databricks is an enterprise software created by the creators of </a:t>
            </a:r>
            <a:r>
              <a:rPr b="0" i="1" lang="en-US" sz="3600" u="none" cap="none" strike="noStrike">
                <a:solidFill>
                  <a:schemeClr val="lt1"/>
                </a:solidFill>
                <a:latin typeface="Arial"/>
                <a:ea typeface="Arial"/>
                <a:cs typeface="Arial"/>
                <a:sym typeface="Arial"/>
              </a:rPr>
              <a:t>Apache Spark.</a:t>
            </a:r>
            <a:r>
              <a:rPr b="0" i="0" lang="en-US" sz="3600" u="none" cap="none" strike="noStrike">
                <a:solidFill>
                  <a:schemeClr val="lt1"/>
                </a:solidFill>
                <a:latin typeface="Arial"/>
                <a:ea typeface="Arial"/>
                <a:cs typeface="Arial"/>
                <a:sym typeface="Arial"/>
              </a:rPr>
              <a:t> It revolutionizes data management and analytics through advanced Data Engineering tools designed for processing and transforming large datasets to build machine learning models.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ct val="1000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rgbClr val="000000"/>
              </a:buClr>
              <a:buSzPct val="100000"/>
              <a:buFont typeface="Arial"/>
              <a:buNone/>
            </a:pPr>
            <a:r>
              <a:rPr b="0" i="0" lang="en-US" sz="3600" u="none" cap="none" strike="noStrike">
                <a:solidFill>
                  <a:schemeClr val="lt1"/>
                </a:solidFill>
                <a:latin typeface="Arial"/>
                <a:ea typeface="Arial"/>
                <a:cs typeface="Arial"/>
                <a:sym typeface="Arial"/>
              </a:rPr>
              <a:t>Databricks is built on top of distributed Cloud computing environments (Azure, AWS, or Google Cloud) and fosters innovation and development, providing a unified platform for all data needs, including storage, analysis, and visualization.</a:t>
            </a:r>
            <a:endParaRPr b="0" i="0" sz="36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6"/>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FEATURES</a:t>
            </a:r>
            <a:endParaRPr sz="6000">
              <a:solidFill>
                <a:schemeClr val="lt1"/>
              </a:solidFill>
            </a:endParaRPr>
          </a:p>
        </p:txBody>
      </p:sp>
      <p:sp>
        <p:nvSpPr>
          <p:cNvPr id="126" name="Google Shape;126;p36"/>
          <p:cNvSpPr txBox="1"/>
          <p:nvPr/>
        </p:nvSpPr>
        <p:spPr>
          <a:xfrm>
            <a:off x="1735277" y="3084716"/>
            <a:ext cx="15965592" cy="5939429"/>
          </a:xfrm>
          <a:prstGeom prst="rect">
            <a:avLst/>
          </a:prstGeom>
          <a:noFill/>
          <a:ln>
            <a:noFill/>
          </a:ln>
        </p:spPr>
        <p:txBody>
          <a:bodyPr anchorCtr="0" anchor="t" bIns="68575" lIns="137150" spcFirstLastPara="1" rIns="137150" wrap="square" tIns="68575">
            <a:normAutofit lnSpcReduction="10000"/>
          </a:bodyPr>
          <a:lstStyle/>
          <a:p>
            <a:pPr indent="-742950" lvl="0" marL="742950" marR="0" rtl="0" algn="l">
              <a:lnSpc>
                <a:spcPct val="200000"/>
              </a:lnSpc>
              <a:spcBef>
                <a:spcPts val="0"/>
              </a:spcBef>
              <a:spcAft>
                <a:spcPts val="0"/>
              </a:spcAft>
              <a:buClr>
                <a:schemeClr val="lt1"/>
              </a:buClr>
              <a:buSzPts val="3600"/>
              <a:buFont typeface="Arial"/>
              <a:buAutoNum type="arabicPeriod"/>
            </a:pPr>
            <a:r>
              <a:rPr b="1" i="0" lang="en-US" sz="3600" u="none" cap="none" strike="noStrike">
                <a:solidFill>
                  <a:schemeClr val="lt1"/>
                </a:solidFill>
                <a:latin typeface="Arial"/>
                <a:ea typeface="Arial"/>
                <a:cs typeface="Arial"/>
                <a:sym typeface="Arial"/>
              </a:rPr>
              <a:t>Language: </a:t>
            </a:r>
            <a:r>
              <a:rPr b="0" i="0" lang="en-US" sz="3600" u="none" cap="none" strike="noStrike">
                <a:solidFill>
                  <a:schemeClr val="lt1"/>
                </a:solidFill>
                <a:latin typeface="Arial"/>
                <a:ea typeface="Arial"/>
                <a:cs typeface="Arial"/>
                <a:sym typeface="Arial"/>
              </a:rPr>
              <a:t>Databricks leverages spark to support multiple coding languages in the same environment. Using magic commands (%python, %r, %scala, and %sql), a developer can build algorithms using Python, R, Scala, or SQL. For instance, data transformation tasks can be performed using Spark SQL, model predictions made by Scala, model performance can be evaluated using Python, and data visualized using 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7"/>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FEATURES</a:t>
            </a:r>
            <a:endParaRPr sz="6000">
              <a:solidFill>
                <a:schemeClr val="lt1"/>
              </a:solidFill>
            </a:endParaRPr>
          </a:p>
        </p:txBody>
      </p:sp>
      <p:sp>
        <p:nvSpPr>
          <p:cNvPr id="133" name="Google Shape;133;p37"/>
          <p:cNvSpPr txBox="1"/>
          <p:nvPr/>
        </p:nvSpPr>
        <p:spPr>
          <a:xfrm>
            <a:off x="1735277" y="2881116"/>
            <a:ext cx="15965700" cy="5939400"/>
          </a:xfrm>
          <a:prstGeom prst="rect">
            <a:avLst/>
          </a:prstGeom>
          <a:noFill/>
          <a:ln>
            <a:noFill/>
          </a:ln>
        </p:spPr>
        <p:txBody>
          <a:bodyPr anchorCtr="0" anchor="t" bIns="68575" lIns="137150" spcFirstLastPara="1" rIns="137150" wrap="square" tIns="68575">
            <a:noAutofit/>
          </a:bodyPr>
          <a:lstStyle/>
          <a:p>
            <a:pPr indent="-747395" lvl="0" marL="742950" marR="0" rtl="0" algn="l">
              <a:lnSpc>
                <a:spcPct val="200000"/>
              </a:lnSpc>
              <a:spcBef>
                <a:spcPts val="0"/>
              </a:spcBef>
              <a:spcAft>
                <a:spcPts val="0"/>
              </a:spcAft>
              <a:buClr>
                <a:schemeClr val="lt1"/>
              </a:buClr>
              <a:buSzPts val="3400"/>
              <a:buFont typeface="Arial"/>
              <a:buAutoNum type="arabicPeriod" startAt="2"/>
            </a:pPr>
            <a:r>
              <a:rPr b="1" i="0" lang="en-US" sz="3400" u="none" cap="none" strike="noStrike">
                <a:solidFill>
                  <a:schemeClr val="lt1"/>
                </a:solidFill>
                <a:latin typeface="Arial"/>
                <a:ea typeface="Arial"/>
                <a:cs typeface="Arial"/>
                <a:sym typeface="Arial"/>
              </a:rPr>
              <a:t>Productivity: </a:t>
            </a:r>
            <a:r>
              <a:rPr b="0" i="0" lang="en-US" sz="3400" u="none" cap="none" strike="noStrike">
                <a:solidFill>
                  <a:schemeClr val="lt1"/>
                </a:solidFill>
                <a:latin typeface="Arial"/>
                <a:ea typeface="Arial"/>
                <a:cs typeface="Arial"/>
                <a:sym typeface="Arial"/>
              </a:rPr>
              <a:t>It increases productivity by allowing users to deploy notebooks into production instantly. Databricks provides a collaborative environment with a common workspace for data scientists, engineers, and business analysts. Collaboration not only brings innovative ideas but also allows others to introduce frequent changes while expediting development processes simultaneously. Databricks manages the recent changes with a built-in version control tool that reduces the effort of finding recent changes.</a:t>
            </a:r>
            <a:endParaRPr b="0" i="0" sz="3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8"/>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FEATURES</a:t>
            </a:r>
            <a:endParaRPr sz="6000">
              <a:solidFill>
                <a:schemeClr val="lt1"/>
              </a:solidFill>
            </a:endParaRPr>
          </a:p>
        </p:txBody>
      </p:sp>
      <p:sp>
        <p:nvSpPr>
          <p:cNvPr id="140" name="Google Shape;140;p38"/>
          <p:cNvSpPr txBox="1"/>
          <p:nvPr/>
        </p:nvSpPr>
        <p:spPr>
          <a:xfrm>
            <a:off x="1735277" y="3084716"/>
            <a:ext cx="15965592" cy="5939429"/>
          </a:xfrm>
          <a:prstGeom prst="rect">
            <a:avLst/>
          </a:prstGeom>
          <a:noFill/>
          <a:ln>
            <a:noFill/>
          </a:ln>
        </p:spPr>
        <p:txBody>
          <a:bodyPr anchorCtr="0" anchor="t" bIns="68575" lIns="137150" spcFirstLastPara="1" rIns="137150" wrap="square" tIns="68575">
            <a:normAutofit lnSpcReduction="10000"/>
          </a:bodyPr>
          <a:lstStyle/>
          <a:p>
            <a:pPr indent="-742950" lvl="0" marL="742950" marR="0" rtl="0" algn="l">
              <a:lnSpc>
                <a:spcPct val="200000"/>
              </a:lnSpc>
              <a:spcBef>
                <a:spcPts val="0"/>
              </a:spcBef>
              <a:spcAft>
                <a:spcPts val="0"/>
              </a:spcAft>
              <a:buClr>
                <a:schemeClr val="lt1"/>
              </a:buClr>
              <a:buSzPts val="3600"/>
              <a:buFont typeface="Arial"/>
              <a:buAutoNum type="arabicPeriod" startAt="3"/>
            </a:pPr>
            <a:r>
              <a:rPr b="1" i="0" lang="en-US" sz="3600" u="none" cap="none" strike="noStrike">
                <a:solidFill>
                  <a:schemeClr val="lt1"/>
                </a:solidFill>
                <a:latin typeface="Arial"/>
                <a:ea typeface="Arial"/>
                <a:cs typeface="Arial"/>
                <a:sym typeface="Arial"/>
              </a:rPr>
              <a:t>Flexibility: </a:t>
            </a:r>
            <a:r>
              <a:rPr b="0" i="0" lang="en-US" sz="3600" u="none" cap="none" strike="noStrike">
                <a:solidFill>
                  <a:schemeClr val="lt1"/>
                </a:solidFill>
                <a:latin typeface="Arial"/>
                <a:ea typeface="Arial"/>
                <a:cs typeface="Arial"/>
                <a:sym typeface="Arial"/>
              </a:rPr>
              <a:t>It is built on top of Apache Spark that is specifically optimized for Cloud environments. Databricks provides scalable Spark jobs in the data science domain. It is flexible for small-scale jobs like development or testing as well as running large-scale jobs like Big Data processing. If a cluster is idle for a specified amount of time (not-in-use), it shuts down the cluster to remain highly available.</a:t>
            </a:r>
            <a:endParaRPr b="0" i="0" sz="36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9"/>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FEATURES</a:t>
            </a:r>
            <a:endParaRPr sz="6000">
              <a:solidFill>
                <a:schemeClr val="lt1"/>
              </a:solidFill>
            </a:endParaRPr>
          </a:p>
        </p:txBody>
      </p:sp>
      <p:sp>
        <p:nvSpPr>
          <p:cNvPr id="147" name="Google Shape;147;p39"/>
          <p:cNvSpPr txBox="1"/>
          <p:nvPr/>
        </p:nvSpPr>
        <p:spPr>
          <a:xfrm>
            <a:off x="1735277" y="3084716"/>
            <a:ext cx="15965592" cy="5939429"/>
          </a:xfrm>
          <a:prstGeom prst="rect">
            <a:avLst/>
          </a:prstGeom>
          <a:noFill/>
          <a:ln>
            <a:noFill/>
          </a:ln>
        </p:spPr>
        <p:txBody>
          <a:bodyPr anchorCtr="0" anchor="t" bIns="68575" lIns="137150" spcFirstLastPara="1" rIns="137150" wrap="square" tIns="68575">
            <a:normAutofit/>
          </a:bodyPr>
          <a:lstStyle/>
          <a:p>
            <a:pPr indent="-742950" lvl="0" marL="742950" marR="0" rtl="0" algn="l">
              <a:lnSpc>
                <a:spcPct val="200000"/>
              </a:lnSpc>
              <a:spcBef>
                <a:spcPts val="0"/>
              </a:spcBef>
              <a:spcAft>
                <a:spcPts val="0"/>
              </a:spcAft>
              <a:buClr>
                <a:schemeClr val="lt1"/>
              </a:buClr>
              <a:buSzPts val="3600"/>
              <a:buFont typeface="Arial"/>
              <a:buAutoNum type="arabicPeriod" startAt="4"/>
            </a:pPr>
            <a:r>
              <a:rPr b="1" i="0" lang="en-US" sz="3600" u="none" cap="none" strike="noStrike">
                <a:solidFill>
                  <a:schemeClr val="lt1"/>
                </a:solidFill>
                <a:latin typeface="Arial"/>
                <a:ea typeface="Arial"/>
                <a:cs typeface="Arial"/>
                <a:sym typeface="Arial"/>
              </a:rPr>
              <a:t>Data Source: </a:t>
            </a:r>
            <a:r>
              <a:rPr b="0" i="0" lang="en-US" sz="3600" u="none" cap="none" strike="noStrike">
                <a:solidFill>
                  <a:schemeClr val="lt1"/>
                </a:solidFill>
                <a:latin typeface="Arial"/>
                <a:ea typeface="Arial"/>
                <a:cs typeface="Arial"/>
                <a:sym typeface="Arial"/>
              </a:rPr>
              <a:t>It connects with many data sources to perform limitless Big Data Analytics. Databricks not only connects with Cloud storage services provided by AWS, Azure, or Google Cloud but also connects to on-premise SQL servers, CSV, and JSON. The platform also extends connectivity to MongoDB, Avro files, and many other files.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0"/>
          <p:cNvSpPr txBox="1"/>
          <p:nvPr>
            <p:ph type="title"/>
          </p:nvPr>
        </p:nvSpPr>
        <p:spPr>
          <a:xfrm>
            <a:off x="1858302" y="1202669"/>
            <a:ext cx="14832600" cy="1350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800"/>
              <a:buNone/>
            </a:pPr>
            <a:r>
              <a:rPr lang="en-US" sz="6000">
                <a:solidFill>
                  <a:schemeClr val="lt1"/>
                </a:solidFill>
                <a:latin typeface="Arial"/>
                <a:ea typeface="Arial"/>
                <a:cs typeface="Arial"/>
                <a:sym typeface="Arial"/>
              </a:rPr>
              <a:t>DATABRICKS – KEY COMPONENTS</a:t>
            </a:r>
            <a:endParaRPr sz="6000">
              <a:solidFill>
                <a:schemeClr val="lt1"/>
              </a:solidFill>
              <a:latin typeface="Arial"/>
              <a:ea typeface="Arial"/>
              <a:cs typeface="Arial"/>
              <a:sym typeface="Arial"/>
            </a:endParaRPr>
          </a:p>
        </p:txBody>
      </p:sp>
      <p:sp>
        <p:nvSpPr>
          <p:cNvPr id="154" name="Google Shape;154;p40"/>
          <p:cNvSpPr txBox="1"/>
          <p:nvPr/>
        </p:nvSpPr>
        <p:spPr>
          <a:xfrm>
            <a:off x="1735272" y="2845725"/>
            <a:ext cx="15965592" cy="6674747"/>
          </a:xfrm>
          <a:prstGeom prst="rect">
            <a:avLst/>
          </a:prstGeom>
          <a:noFill/>
          <a:ln>
            <a:noFill/>
          </a:ln>
        </p:spPr>
        <p:txBody>
          <a:bodyPr anchorCtr="0" anchor="t" bIns="68575" lIns="137150" spcFirstLastPara="1" rIns="137150" wrap="square" tIns="68575">
            <a:normAutofit/>
          </a:bodyPr>
          <a:lstStyle/>
          <a:p>
            <a:pPr indent="0" lvl="0" marL="0" marR="0" rtl="0" algn="l">
              <a:lnSpc>
                <a:spcPct val="200000"/>
              </a:lnSpc>
              <a:spcBef>
                <a:spcPts val="0"/>
              </a:spcBef>
              <a:spcAft>
                <a:spcPts val="0"/>
              </a:spcAft>
              <a:buClr>
                <a:srgbClr val="000000"/>
              </a:buClr>
              <a:buSzPts val="3600"/>
              <a:buFont typeface="Arial"/>
              <a:buNone/>
            </a:pPr>
            <a:r>
              <a:rPr b="0" i="0" lang="en-US" sz="3600" u="none" cap="none" strike="noStrike">
                <a:solidFill>
                  <a:schemeClr val="lt1"/>
                </a:solidFill>
                <a:latin typeface="Arial"/>
                <a:ea typeface="Arial"/>
                <a:cs typeface="Arial"/>
                <a:sym typeface="Arial"/>
              </a:rPr>
              <a:t>In Databricks environments, there are 4 major components</a:t>
            </a:r>
            <a:endParaRPr/>
          </a:p>
          <a:p>
            <a:pPr indent="-228600" lvl="1" marL="685800" marR="0" rtl="0" algn="l">
              <a:lnSpc>
                <a:spcPct val="200000"/>
              </a:lnSpc>
              <a:spcBef>
                <a:spcPts val="500"/>
              </a:spcBef>
              <a:spcAft>
                <a:spcPts val="0"/>
              </a:spcAft>
              <a:buClr>
                <a:schemeClr val="lt1"/>
              </a:buClr>
              <a:buSzPts val="3400"/>
              <a:buFont typeface="Arial"/>
              <a:buChar char="•"/>
            </a:pPr>
            <a:r>
              <a:rPr b="0" i="0" lang="en-US" sz="3400" u="none" cap="none" strike="noStrike">
                <a:solidFill>
                  <a:schemeClr val="lt1"/>
                </a:solidFill>
                <a:latin typeface="Arial"/>
                <a:ea typeface="Arial"/>
                <a:cs typeface="Arial"/>
                <a:sym typeface="Arial"/>
              </a:rPr>
              <a:t>Workspace</a:t>
            </a:r>
            <a:endParaRPr/>
          </a:p>
          <a:p>
            <a:pPr indent="-228600" lvl="1" marL="685800" marR="0" rtl="0" algn="l">
              <a:lnSpc>
                <a:spcPct val="200000"/>
              </a:lnSpc>
              <a:spcBef>
                <a:spcPts val="500"/>
              </a:spcBef>
              <a:spcAft>
                <a:spcPts val="0"/>
              </a:spcAft>
              <a:buClr>
                <a:schemeClr val="lt1"/>
              </a:buClr>
              <a:buSzPts val="3400"/>
              <a:buFont typeface="Arial"/>
              <a:buChar char="•"/>
            </a:pPr>
            <a:r>
              <a:rPr b="0" i="0" lang="en-US" sz="3400" u="none" cap="none" strike="noStrike">
                <a:solidFill>
                  <a:schemeClr val="lt1"/>
                </a:solidFill>
                <a:latin typeface="Arial"/>
                <a:ea typeface="Arial"/>
                <a:cs typeface="Arial"/>
                <a:sym typeface="Arial"/>
              </a:rPr>
              <a:t>Notebooks</a:t>
            </a:r>
            <a:endParaRPr/>
          </a:p>
          <a:p>
            <a:pPr indent="-228600" lvl="1" marL="685800" marR="0" rtl="0" algn="l">
              <a:lnSpc>
                <a:spcPct val="200000"/>
              </a:lnSpc>
              <a:spcBef>
                <a:spcPts val="500"/>
              </a:spcBef>
              <a:spcAft>
                <a:spcPts val="0"/>
              </a:spcAft>
              <a:buClr>
                <a:schemeClr val="lt1"/>
              </a:buClr>
              <a:buSzPts val="3400"/>
              <a:buFont typeface="Arial"/>
              <a:buChar char="•"/>
            </a:pPr>
            <a:r>
              <a:rPr b="0" i="0" lang="en-US" sz="3400" u="none" cap="none" strike="noStrike">
                <a:solidFill>
                  <a:schemeClr val="lt1"/>
                </a:solidFill>
                <a:latin typeface="Arial"/>
                <a:ea typeface="Arial"/>
                <a:cs typeface="Arial"/>
                <a:sym typeface="Arial"/>
              </a:rPr>
              <a:t>Cluster</a:t>
            </a:r>
            <a:endParaRPr/>
          </a:p>
          <a:p>
            <a:pPr indent="-228600" lvl="1" marL="685800" marR="0" rtl="0" algn="l">
              <a:lnSpc>
                <a:spcPct val="200000"/>
              </a:lnSpc>
              <a:spcBef>
                <a:spcPts val="500"/>
              </a:spcBef>
              <a:spcAft>
                <a:spcPts val="0"/>
              </a:spcAft>
              <a:buClr>
                <a:schemeClr val="lt1"/>
              </a:buClr>
              <a:buSzPts val="3400"/>
              <a:buFont typeface="Arial"/>
              <a:buChar char="•"/>
            </a:pPr>
            <a:r>
              <a:rPr b="0" i="0" lang="en-US" sz="3400" u="none" cap="none" strike="noStrike">
                <a:solidFill>
                  <a:schemeClr val="lt1"/>
                </a:solidFill>
                <a:latin typeface="Arial"/>
                <a:ea typeface="Arial"/>
                <a:cs typeface="Arial"/>
                <a:sym typeface="Arial"/>
              </a:rPr>
              <a:t>Metastore</a:t>
            </a:r>
            <a:endParaRPr b="0" i="0" sz="34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41"/>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COMPONENTS</a:t>
            </a:r>
            <a:endParaRPr/>
          </a:p>
        </p:txBody>
      </p:sp>
      <p:sp>
        <p:nvSpPr>
          <p:cNvPr id="161" name="Google Shape;161;p41"/>
          <p:cNvSpPr txBox="1"/>
          <p:nvPr/>
        </p:nvSpPr>
        <p:spPr>
          <a:xfrm>
            <a:off x="1735277" y="3084716"/>
            <a:ext cx="15965592" cy="5939429"/>
          </a:xfrm>
          <a:prstGeom prst="rect">
            <a:avLst/>
          </a:prstGeom>
          <a:noFill/>
          <a:ln>
            <a:noFill/>
          </a:ln>
        </p:spPr>
        <p:txBody>
          <a:bodyPr anchorCtr="0" anchor="t" bIns="68575" lIns="137150" spcFirstLastPara="1" rIns="137150" wrap="square" tIns="68575">
            <a:noAutofit/>
          </a:bodyPr>
          <a:lstStyle/>
          <a:p>
            <a:pPr indent="-732155" lvl="0" marL="742950" marR="0" rtl="0" algn="l">
              <a:lnSpc>
                <a:spcPct val="180000"/>
              </a:lnSpc>
              <a:spcBef>
                <a:spcPts val="0"/>
              </a:spcBef>
              <a:spcAft>
                <a:spcPts val="0"/>
              </a:spcAft>
              <a:buClr>
                <a:schemeClr val="lt1"/>
              </a:buClr>
              <a:buSzPts val="3160"/>
              <a:buFont typeface="Arial"/>
              <a:buAutoNum type="arabicPeriod"/>
            </a:pPr>
            <a:r>
              <a:rPr b="1" i="0" lang="en-US" sz="3160" u="none" cap="none" strike="noStrike">
                <a:solidFill>
                  <a:schemeClr val="lt1"/>
                </a:solidFill>
                <a:latin typeface="Arial"/>
                <a:ea typeface="Arial"/>
                <a:cs typeface="Arial"/>
                <a:sym typeface="Arial"/>
              </a:rPr>
              <a:t>Workspace: </a:t>
            </a:r>
            <a:r>
              <a:rPr b="0" i="0" lang="en-US" sz="3160" u="none" cap="none" strike="noStrike">
                <a:solidFill>
                  <a:schemeClr val="lt1"/>
                </a:solidFill>
                <a:latin typeface="Arial"/>
                <a:ea typeface="Arial"/>
                <a:cs typeface="Arial"/>
                <a:sym typeface="Arial"/>
              </a:rPr>
              <a:t>An Interactive Analytics platform that enables Data Engineers, Data Scientists, and Businesses to collaborate and work closely on notebooks, experiments, models, data, libraries, and jobs. Here, you can create notebooks, jobs, clusters, and manage access. You can create multiple workspaces for your teams.</a:t>
            </a:r>
            <a:endParaRPr b="0" i="0" sz="3160" u="none" cap="none" strike="noStrike">
              <a:solidFill>
                <a:schemeClr val="lt1"/>
              </a:solidFill>
              <a:latin typeface="Arial"/>
              <a:ea typeface="Arial"/>
              <a:cs typeface="Arial"/>
              <a:sym typeface="Arial"/>
            </a:endParaRPr>
          </a:p>
          <a:p>
            <a:pPr indent="-732155" lvl="0" marL="742950" marR="0" rtl="0" algn="l">
              <a:lnSpc>
                <a:spcPct val="180000"/>
              </a:lnSpc>
              <a:spcBef>
                <a:spcPts val="1000"/>
              </a:spcBef>
              <a:spcAft>
                <a:spcPts val="0"/>
              </a:spcAft>
              <a:buClr>
                <a:schemeClr val="lt1"/>
              </a:buClr>
              <a:buSzPts val="3160"/>
              <a:buFont typeface="Arial"/>
              <a:buAutoNum type="arabicPeriod"/>
            </a:pPr>
            <a:r>
              <a:rPr b="1" i="0" lang="en-US" sz="3160" u="none" cap="none" strike="noStrike">
                <a:solidFill>
                  <a:schemeClr val="lt1"/>
                </a:solidFill>
                <a:latin typeface="Arial"/>
                <a:ea typeface="Arial"/>
                <a:cs typeface="Arial"/>
                <a:sym typeface="Arial"/>
              </a:rPr>
              <a:t>Notebooks: </a:t>
            </a:r>
            <a:r>
              <a:rPr b="0" i="0" lang="en-US" sz="3160" u="none" cap="none" strike="noStrike">
                <a:solidFill>
                  <a:schemeClr val="lt1"/>
                </a:solidFill>
                <a:latin typeface="Arial"/>
                <a:ea typeface="Arial"/>
                <a:cs typeface="Arial"/>
                <a:sym typeface="Arial"/>
              </a:rPr>
              <a:t>Web-based interfaces where you can write code in Python, Scala, or R, execute it, check its results, and visualize it.</a:t>
            </a:r>
            <a:endParaRPr sz="129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2"/>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KEY COMPONENTS</a:t>
            </a:r>
            <a:endParaRPr/>
          </a:p>
        </p:txBody>
      </p:sp>
      <p:sp>
        <p:nvSpPr>
          <p:cNvPr id="168" name="Google Shape;168;p42"/>
          <p:cNvSpPr txBox="1"/>
          <p:nvPr/>
        </p:nvSpPr>
        <p:spPr>
          <a:xfrm>
            <a:off x="1735277" y="3084716"/>
            <a:ext cx="15965592" cy="5939429"/>
          </a:xfrm>
          <a:prstGeom prst="rect">
            <a:avLst/>
          </a:prstGeom>
          <a:noFill/>
          <a:ln>
            <a:noFill/>
          </a:ln>
        </p:spPr>
        <p:txBody>
          <a:bodyPr anchorCtr="0" anchor="t" bIns="68575" lIns="137150" spcFirstLastPara="1" rIns="137150" wrap="square" tIns="68575">
            <a:normAutofit lnSpcReduction="10000"/>
          </a:bodyPr>
          <a:lstStyle/>
          <a:p>
            <a:pPr indent="-742950" lvl="0" marL="742950" marR="0" rtl="0" algn="l">
              <a:lnSpc>
                <a:spcPct val="200000"/>
              </a:lnSpc>
              <a:spcBef>
                <a:spcPts val="0"/>
              </a:spcBef>
              <a:spcAft>
                <a:spcPts val="0"/>
              </a:spcAft>
              <a:buClr>
                <a:schemeClr val="lt1"/>
              </a:buClr>
              <a:buSzPts val="3600"/>
              <a:buFont typeface="Arial"/>
              <a:buAutoNum type="arabicPeriod" startAt="3"/>
            </a:pPr>
            <a:r>
              <a:rPr b="1" i="0" lang="en-US" sz="3600" u="none" cap="none" strike="noStrike">
                <a:solidFill>
                  <a:schemeClr val="lt1"/>
                </a:solidFill>
                <a:latin typeface="Arial"/>
                <a:ea typeface="Arial"/>
                <a:cs typeface="Arial"/>
                <a:sym typeface="Arial"/>
              </a:rPr>
              <a:t>Cluster: </a:t>
            </a:r>
            <a:r>
              <a:rPr b="0" i="0" lang="en-US" sz="3600" u="none" cap="none" strike="noStrike">
                <a:solidFill>
                  <a:schemeClr val="lt1"/>
                </a:solidFill>
                <a:latin typeface="Arial"/>
                <a:ea typeface="Arial"/>
                <a:cs typeface="Arial"/>
                <a:sym typeface="Arial"/>
              </a:rPr>
              <a:t>Your compute resources and configuration on which you can run your notebooks and jobs. You can create different types of clusters depending on your needs, selecting a version of Databricks runtime, memory, CPU for driver and nodes, etc. Monitor your code and job executions. This is also where you can install the libraries required by your code.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3"/>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800"/>
              <a:buNone/>
            </a:pPr>
            <a:r>
              <a:rPr lang="en-US" sz="6000">
                <a:solidFill>
                  <a:schemeClr val="lt1"/>
                </a:solidFill>
              </a:rPr>
              <a:t>DATABRICKS ARCHITECTURE</a:t>
            </a:r>
            <a:endParaRPr sz="6000">
              <a:solidFill>
                <a:schemeClr val="lt1"/>
              </a:solidFill>
            </a:endParaRPr>
          </a:p>
        </p:txBody>
      </p:sp>
      <p:pic>
        <p:nvPicPr>
          <p:cNvPr id="175" name="Google Shape;175;p43"/>
          <p:cNvPicPr preferRelativeResize="0"/>
          <p:nvPr/>
        </p:nvPicPr>
        <p:blipFill rotWithShape="1">
          <a:blip r:embed="rId3">
            <a:alphaModFix/>
          </a:blip>
          <a:srcRect b="0" l="0" r="0" t="0"/>
          <a:stretch/>
        </p:blipFill>
        <p:spPr>
          <a:xfrm>
            <a:off x="3627149" y="2633229"/>
            <a:ext cx="11049000" cy="6724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4"/>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 ARCHITECTURE</a:t>
            </a:r>
            <a:endParaRPr sz="6000">
              <a:solidFill>
                <a:schemeClr val="lt1"/>
              </a:solidFill>
            </a:endParaRPr>
          </a:p>
        </p:txBody>
      </p:sp>
      <p:sp>
        <p:nvSpPr>
          <p:cNvPr id="182" name="Google Shape;182;p44"/>
          <p:cNvSpPr txBox="1"/>
          <p:nvPr/>
        </p:nvSpPr>
        <p:spPr>
          <a:xfrm>
            <a:off x="1735277" y="3084716"/>
            <a:ext cx="15965592" cy="5939429"/>
          </a:xfrm>
          <a:prstGeom prst="rect">
            <a:avLst/>
          </a:prstGeom>
          <a:noFill/>
          <a:ln>
            <a:noFill/>
          </a:ln>
        </p:spPr>
        <p:txBody>
          <a:bodyPr anchorCtr="0" anchor="t" bIns="68575" lIns="137150" spcFirstLastPara="1" rIns="137150" wrap="square" tIns="68575">
            <a:noAutofit/>
          </a:bodyPr>
          <a:lstStyle/>
          <a:p>
            <a:pPr indent="0" lvl="0" marL="0" marR="0" rtl="0" algn="l">
              <a:lnSpc>
                <a:spcPct val="200000"/>
              </a:lnSpc>
              <a:spcBef>
                <a:spcPts val="0"/>
              </a:spcBef>
              <a:spcAft>
                <a:spcPts val="0"/>
              </a:spcAft>
              <a:buClr>
                <a:schemeClr val="lt1"/>
              </a:buClr>
              <a:buSzPts val="3060"/>
              <a:buFont typeface="Arial"/>
              <a:buNone/>
            </a:pPr>
            <a:r>
              <a:rPr b="0" i="0" lang="en-US" sz="3259" u="none" cap="none" strike="noStrike">
                <a:solidFill>
                  <a:schemeClr val="lt1"/>
                </a:solidFill>
                <a:latin typeface="Arial"/>
                <a:ea typeface="Arial"/>
                <a:cs typeface="Arial"/>
                <a:sym typeface="Arial"/>
              </a:rPr>
              <a:t>Databricks architecture is the application of the Data Lakehouse concept in a unified cloud-based platform. The layers in the databricks architecture are Delta Lake, Delta Engine and inbuilt data science, BI reporting and MLOps tools. </a:t>
            </a:r>
            <a:endParaRPr b="0" i="0" sz="3259" u="none" cap="none" strike="noStrike">
              <a:solidFill>
                <a:schemeClr val="lt1"/>
              </a:solidFill>
              <a:latin typeface="Arial"/>
              <a:ea typeface="Arial"/>
              <a:cs typeface="Arial"/>
              <a:sym typeface="Arial"/>
            </a:endParaRPr>
          </a:p>
          <a:p>
            <a:pPr indent="0" lvl="0" marL="0" marR="0" rtl="0" algn="l">
              <a:lnSpc>
                <a:spcPct val="200000"/>
              </a:lnSpc>
              <a:spcBef>
                <a:spcPts val="0"/>
              </a:spcBef>
              <a:spcAft>
                <a:spcPts val="0"/>
              </a:spcAft>
              <a:buClr>
                <a:schemeClr val="lt1"/>
              </a:buClr>
              <a:buSzPts val="3060"/>
              <a:buFont typeface="Arial"/>
              <a:buNone/>
            </a:pPr>
            <a:r>
              <a:t/>
            </a:r>
            <a:endParaRPr sz="3259">
              <a:solidFill>
                <a:schemeClr val="lt1"/>
              </a:solidFill>
            </a:endParaRPr>
          </a:p>
          <a:p>
            <a:pPr indent="0" lvl="0" marL="0" marR="0" rtl="0" algn="l">
              <a:lnSpc>
                <a:spcPct val="200000"/>
              </a:lnSpc>
              <a:spcBef>
                <a:spcPts val="1000"/>
              </a:spcBef>
              <a:spcAft>
                <a:spcPts val="0"/>
              </a:spcAft>
              <a:buClr>
                <a:schemeClr val="lt1"/>
              </a:buClr>
              <a:buSzPts val="3060"/>
              <a:buFont typeface="Arial"/>
              <a:buNone/>
            </a:pPr>
            <a:r>
              <a:rPr b="0" i="0" lang="en-US" sz="3259" u="none" cap="none" strike="noStrike">
                <a:solidFill>
                  <a:schemeClr val="lt1"/>
                </a:solidFill>
                <a:latin typeface="Arial"/>
                <a:ea typeface="Arial"/>
                <a:cs typeface="Arial"/>
                <a:sym typeface="Arial"/>
              </a:rPr>
              <a:t>All these components are integrated as one and can be accessed from a single ‘Workspace’ user interface (UI). This UI can also be hosted on the cloud of your choice.</a:t>
            </a:r>
            <a:endParaRPr b="0" i="0" sz="3259"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5"/>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WHY IS DATABRICKS A BIG DEAL?</a:t>
            </a:r>
            <a:endParaRPr sz="6000">
              <a:solidFill>
                <a:schemeClr val="lt1"/>
              </a:solidFill>
            </a:endParaRPr>
          </a:p>
        </p:txBody>
      </p:sp>
      <p:sp>
        <p:nvSpPr>
          <p:cNvPr id="189" name="Google Shape;189;p45"/>
          <p:cNvSpPr txBox="1"/>
          <p:nvPr/>
        </p:nvSpPr>
        <p:spPr>
          <a:xfrm>
            <a:off x="1735277" y="2847109"/>
            <a:ext cx="15965592" cy="6795655"/>
          </a:xfrm>
          <a:prstGeom prst="rect">
            <a:avLst/>
          </a:prstGeom>
          <a:noFill/>
          <a:ln>
            <a:noFill/>
          </a:ln>
        </p:spPr>
        <p:txBody>
          <a:bodyPr anchorCtr="0" anchor="t" bIns="68575" lIns="137150" spcFirstLastPara="1" rIns="137150" wrap="square" tIns="68575">
            <a:normAutofit fontScale="85000"/>
          </a:bodyPr>
          <a:lstStyle/>
          <a:p>
            <a:pPr indent="0" lvl="0" marL="0" marR="0" rtl="0" algn="l">
              <a:lnSpc>
                <a:spcPct val="200000"/>
              </a:lnSpc>
              <a:spcBef>
                <a:spcPts val="0"/>
              </a:spcBef>
              <a:spcAft>
                <a:spcPts val="0"/>
              </a:spcAft>
              <a:buClr>
                <a:schemeClr val="lt1"/>
              </a:buClr>
              <a:buSzPct val="100000"/>
              <a:buFont typeface="Arial"/>
              <a:buNone/>
            </a:pPr>
            <a:r>
              <a:rPr b="0" i="0" lang="en-US" sz="3600" u="none" cap="none" strike="noStrike">
                <a:solidFill>
                  <a:schemeClr val="lt1"/>
                </a:solidFill>
                <a:latin typeface="Arial"/>
                <a:ea typeface="Arial"/>
                <a:cs typeface="Arial"/>
                <a:sym typeface="Arial"/>
              </a:rPr>
              <a:t>Databricks provides a unified and wholesome platform with a wide range of capabilities. Some key benefits that make is stand out includes:</a:t>
            </a:r>
            <a:endParaRPr/>
          </a:p>
          <a:p>
            <a:pPr indent="-196215" lvl="1" marL="685800" marR="0" rtl="0" algn="l">
              <a:lnSpc>
                <a:spcPct val="200000"/>
              </a:lnSpc>
              <a:spcBef>
                <a:spcPts val="500"/>
              </a:spcBef>
              <a:spcAft>
                <a:spcPts val="0"/>
              </a:spcAft>
              <a:buClr>
                <a:schemeClr val="lt1"/>
              </a:buClr>
              <a:buSzPct val="100000"/>
              <a:buFont typeface="Arial"/>
              <a:buChar char="•"/>
            </a:pPr>
            <a:r>
              <a:rPr b="1" i="0" lang="en-US" sz="3400" u="none" cap="none" strike="noStrike">
                <a:solidFill>
                  <a:schemeClr val="lt1"/>
                </a:solidFill>
                <a:latin typeface="Arial"/>
                <a:ea typeface="Arial"/>
                <a:cs typeface="Arial"/>
                <a:sym typeface="Arial"/>
              </a:rPr>
              <a:t>‍Cloud-native: </a:t>
            </a:r>
            <a:r>
              <a:rPr b="0" i="0" lang="en-US" sz="3400" u="none" cap="none" strike="noStrike">
                <a:solidFill>
                  <a:schemeClr val="lt1"/>
                </a:solidFill>
                <a:latin typeface="Arial"/>
                <a:ea typeface="Arial"/>
                <a:cs typeface="Arial"/>
                <a:sym typeface="Arial"/>
              </a:rPr>
              <a:t>Works fine on any prominent cloud provider</a:t>
            </a:r>
            <a:endParaRPr/>
          </a:p>
          <a:p>
            <a:pPr indent="-196215" lvl="1" marL="685800" marR="0" rtl="0" algn="l">
              <a:lnSpc>
                <a:spcPct val="200000"/>
              </a:lnSpc>
              <a:spcBef>
                <a:spcPts val="500"/>
              </a:spcBef>
              <a:spcAft>
                <a:spcPts val="0"/>
              </a:spcAft>
              <a:buClr>
                <a:schemeClr val="lt1"/>
              </a:buClr>
              <a:buSzPct val="100000"/>
              <a:buFont typeface="Arial"/>
              <a:buChar char="•"/>
            </a:pPr>
            <a:r>
              <a:rPr b="1" i="0" lang="en-US" sz="3400" u="none" cap="none" strike="noStrike">
                <a:solidFill>
                  <a:schemeClr val="lt1"/>
                </a:solidFill>
                <a:latin typeface="Arial"/>
                <a:ea typeface="Arial"/>
                <a:cs typeface="Arial"/>
                <a:sym typeface="Arial"/>
              </a:rPr>
              <a:t>Data storage: </a:t>
            </a:r>
            <a:r>
              <a:rPr b="0" i="0" lang="en-US" sz="3400" u="none" cap="none" strike="noStrike">
                <a:solidFill>
                  <a:schemeClr val="lt1"/>
                </a:solidFill>
                <a:latin typeface="Arial"/>
                <a:ea typeface="Arial"/>
                <a:cs typeface="Arial"/>
                <a:sym typeface="Arial"/>
              </a:rPr>
              <a:t>Stores a broad range of data including structured, unstructured, and streaming</a:t>
            </a:r>
            <a:endParaRPr/>
          </a:p>
          <a:p>
            <a:pPr indent="-196215" lvl="1" marL="685800" marR="0" rtl="0" algn="l">
              <a:lnSpc>
                <a:spcPct val="200000"/>
              </a:lnSpc>
              <a:spcBef>
                <a:spcPts val="500"/>
              </a:spcBef>
              <a:spcAft>
                <a:spcPts val="0"/>
              </a:spcAft>
              <a:buClr>
                <a:schemeClr val="lt1"/>
              </a:buClr>
              <a:buSzPct val="100000"/>
              <a:buFont typeface="Arial"/>
              <a:buChar char="•"/>
            </a:pPr>
            <a:r>
              <a:rPr b="1" i="0" lang="en-US" sz="3400" u="none" cap="none" strike="noStrike">
                <a:solidFill>
                  <a:schemeClr val="lt1"/>
                </a:solidFill>
                <a:latin typeface="Arial"/>
                <a:ea typeface="Arial"/>
                <a:cs typeface="Arial"/>
                <a:sym typeface="Arial"/>
              </a:rPr>
              <a:t>Governance and management: </a:t>
            </a:r>
            <a:r>
              <a:rPr b="0" i="0" lang="en-US" sz="3400" u="none" cap="none" strike="noStrike">
                <a:solidFill>
                  <a:schemeClr val="lt1"/>
                </a:solidFill>
                <a:latin typeface="Arial"/>
                <a:ea typeface="Arial"/>
                <a:cs typeface="Arial"/>
                <a:sym typeface="Arial"/>
              </a:rPr>
              <a:t>In-built security controls and governance</a:t>
            </a:r>
            <a:endParaRPr/>
          </a:p>
          <a:p>
            <a:pPr indent="-196215" lvl="1" marL="685800" marR="0" rtl="0" algn="l">
              <a:lnSpc>
                <a:spcPct val="200000"/>
              </a:lnSpc>
              <a:spcBef>
                <a:spcPts val="500"/>
              </a:spcBef>
              <a:spcAft>
                <a:spcPts val="0"/>
              </a:spcAft>
              <a:buClr>
                <a:schemeClr val="lt1"/>
              </a:buClr>
              <a:buSzPct val="100000"/>
              <a:buFont typeface="Arial"/>
              <a:buChar char="•"/>
            </a:pPr>
            <a:r>
              <a:rPr b="1" i="0" lang="en-US" sz="3400" u="none" cap="none" strike="noStrike">
                <a:solidFill>
                  <a:schemeClr val="lt1"/>
                </a:solidFill>
                <a:latin typeface="Arial"/>
                <a:ea typeface="Arial"/>
                <a:cs typeface="Arial"/>
                <a:sym typeface="Arial"/>
              </a:rPr>
              <a:t>Data science tools: </a:t>
            </a:r>
            <a:r>
              <a:rPr b="0" i="0" lang="en-US" sz="3400" u="none" cap="none" strike="noStrike">
                <a:solidFill>
                  <a:schemeClr val="lt1"/>
                </a:solidFill>
                <a:latin typeface="Arial"/>
                <a:ea typeface="Arial"/>
                <a:cs typeface="Arial"/>
                <a:sym typeface="Arial"/>
              </a:rPr>
              <a:t>Production-ready data tooling from engineering to BI, AI, and ML</a:t>
            </a:r>
            <a:endParaRPr b="0" i="0" sz="34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6"/>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1800"/>
              <a:buNone/>
            </a:pPr>
            <a:r>
              <a:rPr lang="en-US" sz="6000">
                <a:solidFill>
                  <a:schemeClr val="lt1"/>
                </a:solidFill>
              </a:rPr>
              <a:t>WHY IS DATABRICKS A BIG DEAL?</a:t>
            </a:r>
            <a:endParaRPr sz="6000">
              <a:solidFill>
                <a:schemeClr val="lt1"/>
              </a:solidFill>
            </a:endParaRPr>
          </a:p>
        </p:txBody>
      </p:sp>
      <p:pic>
        <p:nvPicPr>
          <p:cNvPr id="196" name="Google Shape;196;p46"/>
          <p:cNvPicPr preferRelativeResize="0"/>
          <p:nvPr/>
        </p:nvPicPr>
        <p:blipFill rotWithShape="1">
          <a:blip r:embed="rId3">
            <a:alphaModFix/>
          </a:blip>
          <a:srcRect b="0" l="0" r="0" t="0"/>
          <a:stretch/>
        </p:blipFill>
        <p:spPr>
          <a:xfrm>
            <a:off x="4242989" y="2306841"/>
            <a:ext cx="9817320" cy="72952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7"/>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sz="6000">
                <a:solidFill>
                  <a:schemeClr val="lt1"/>
                </a:solidFill>
              </a:rPr>
              <a:t>DATABRICKS FOR DATA ENGINEERING</a:t>
            </a:r>
            <a:endParaRPr sz="6000">
              <a:solidFill>
                <a:schemeClr val="lt1"/>
              </a:solidFill>
            </a:endParaRPr>
          </a:p>
        </p:txBody>
      </p:sp>
      <p:sp>
        <p:nvSpPr>
          <p:cNvPr id="203" name="Google Shape;203;p47"/>
          <p:cNvSpPr txBox="1"/>
          <p:nvPr/>
        </p:nvSpPr>
        <p:spPr>
          <a:xfrm>
            <a:off x="1735277" y="2847109"/>
            <a:ext cx="15965592" cy="6795655"/>
          </a:xfrm>
          <a:prstGeom prst="rect">
            <a:avLst/>
          </a:prstGeom>
          <a:noFill/>
          <a:ln>
            <a:noFill/>
          </a:ln>
        </p:spPr>
        <p:txBody>
          <a:bodyPr anchorCtr="0" anchor="t" bIns="68575" lIns="137150" spcFirstLastPara="1" rIns="137150" wrap="square" tIns="68575">
            <a:normAutofit lnSpcReduction="10000"/>
          </a:bodyPr>
          <a:lstStyle/>
          <a:p>
            <a:pPr indent="0" lvl="0" marL="0" marR="0" rtl="0" algn="l">
              <a:lnSpc>
                <a:spcPct val="15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ETL Workflows: </a:t>
            </a:r>
            <a:r>
              <a:rPr b="0" i="0" lang="en-US" sz="3600" u="none" cap="none" strike="noStrike">
                <a:solidFill>
                  <a:schemeClr val="lt1"/>
                </a:solidFill>
                <a:latin typeface="Arial"/>
                <a:ea typeface="Arial"/>
                <a:cs typeface="Arial"/>
                <a:sym typeface="Arial"/>
              </a:rPr>
              <a:t>Use Spark SQL for querying data. Transform raw data into refined formats.</a:t>
            </a:r>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Data Pipelines: </a:t>
            </a:r>
            <a:r>
              <a:rPr b="0" i="0" lang="en-US" sz="3600" u="none" cap="none" strike="noStrike">
                <a:solidFill>
                  <a:schemeClr val="lt1"/>
                </a:solidFill>
                <a:latin typeface="Arial"/>
                <a:ea typeface="Arial"/>
                <a:cs typeface="Arial"/>
                <a:sym typeface="Arial"/>
              </a:rPr>
              <a:t>Automated jobs with Databricks workflows. Orchestration with external tools like Airflow or ADF.</a:t>
            </a:r>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Delta Lake: </a:t>
            </a:r>
            <a:r>
              <a:rPr b="0" i="0" lang="en-US" sz="3600" u="none" cap="none" strike="noStrike">
                <a:solidFill>
                  <a:schemeClr val="lt1"/>
                </a:solidFill>
                <a:latin typeface="Arial"/>
                <a:ea typeface="Arial"/>
                <a:cs typeface="Arial"/>
                <a:sym typeface="Arial"/>
              </a:rPr>
              <a:t>Handle data versioning and schema evolution. Enable ACID transactions for data integrity.</a:t>
            </a:r>
            <a:endParaRPr b="0" i="0" sz="34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8"/>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33333"/>
              <a:buNone/>
            </a:pPr>
            <a:r>
              <a:rPr lang="en-US" sz="6000">
                <a:solidFill>
                  <a:schemeClr val="lt1"/>
                </a:solidFill>
              </a:rPr>
              <a:t>DATABRICKS – PLATFORM WALKTHROUGH</a:t>
            </a:r>
            <a:endParaRPr sz="6000">
              <a:solidFill>
                <a:schemeClr val="lt1"/>
              </a:solidFill>
            </a:endParaRPr>
          </a:p>
        </p:txBody>
      </p:sp>
      <p:sp>
        <p:nvSpPr>
          <p:cNvPr id="210" name="Google Shape;210;p48"/>
          <p:cNvSpPr txBox="1"/>
          <p:nvPr/>
        </p:nvSpPr>
        <p:spPr>
          <a:xfrm>
            <a:off x="1735277" y="3084716"/>
            <a:ext cx="15965592" cy="2682239"/>
          </a:xfrm>
          <a:prstGeom prst="rect">
            <a:avLst/>
          </a:prstGeom>
          <a:noFill/>
          <a:ln>
            <a:noFill/>
          </a:ln>
        </p:spPr>
        <p:txBody>
          <a:bodyPr anchorCtr="0" anchor="t" bIns="68575" lIns="137150" spcFirstLastPara="1" rIns="137150" wrap="square" tIns="68575">
            <a:normAutofit/>
          </a:bodyPr>
          <a:lstStyle/>
          <a:p>
            <a:pPr indent="0" lvl="0" marL="0" marR="0" rtl="0" algn="l">
              <a:lnSpc>
                <a:spcPct val="15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Step 1</a:t>
            </a:r>
            <a:r>
              <a:rPr b="0" i="0" lang="en-US" sz="3600" u="none" cap="none" strike="noStrike">
                <a:solidFill>
                  <a:schemeClr val="lt1"/>
                </a:solidFill>
                <a:latin typeface="Arial"/>
                <a:ea typeface="Arial"/>
                <a:cs typeface="Arial"/>
                <a:sym typeface="Arial"/>
              </a:rPr>
              <a:t>: Search for Databricks in your cloud provider marketplace, or alternatively, search for databricks community edition (free limited edition). Complete the subscription, or sign up. </a:t>
            </a:r>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p:txBody>
      </p:sp>
      <p:pic>
        <p:nvPicPr>
          <p:cNvPr descr="What is Databricks-GCP Marketplace setup of Databricks" id="211" name="Google Shape;211;p48"/>
          <p:cNvPicPr preferRelativeResize="0"/>
          <p:nvPr/>
        </p:nvPicPr>
        <p:blipFill rotWithShape="1">
          <a:blip r:embed="rId3">
            <a:alphaModFix/>
          </a:blip>
          <a:srcRect b="0" l="0" r="0" t="0"/>
          <a:stretch/>
        </p:blipFill>
        <p:spPr>
          <a:xfrm>
            <a:off x="6286212" y="5766955"/>
            <a:ext cx="4281343" cy="413088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9"/>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33333"/>
              <a:buNone/>
            </a:pPr>
            <a:r>
              <a:rPr lang="en-US" sz="6000">
                <a:solidFill>
                  <a:schemeClr val="lt1"/>
                </a:solidFill>
              </a:rPr>
              <a:t>DATABRICKS – PLATFORM WALKTHROUGH</a:t>
            </a:r>
            <a:endParaRPr sz="6000">
              <a:solidFill>
                <a:schemeClr val="lt1"/>
              </a:solidFill>
            </a:endParaRPr>
          </a:p>
        </p:txBody>
      </p:sp>
      <p:sp>
        <p:nvSpPr>
          <p:cNvPr id="218" name="Google Shape;218;p49"/>
          <p:cNvSpPr txBox="1"/>
          <p:nvPr/>
        </p:nvSpPr>
        <p:spPr>
          <a:xfrm>
            <a:off x="1735277" y="2471652"/>
            <a:ext cx="15965592" cy="1799011"/>
          </a:xfrm>
          <a:prstGeom prst="rect">
            <a:avLst/>
          </a:prstGeom>
          <a:noFill/>
          <a:ln>
            <a:noFill/>
          </a:ln>
        </p:spPr>
        <p:txBody>
          <a:bodyPr anchorCtr="0" anchor="t" bIns="68575" lIns="137150" spcFirstLastPara="1" rIns="137150" wrap="square" tIns="68575">
            <a:normAutofit/>
          </a:bodyPr>
          <a:lstStyle/>
          <a:p>
            <a:pPr indent="0" lvl="0" marL="0" marR="0" rtl="0" algn="l">
              <a:lnSpc>
                <a:spcPct val="15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Step 2</a:t>
            </a:r>
            <a:r>
              <a:rPr b="0" i="0" lang="en-US" sz="3600" u="none" cap="none" strike="noStrike">
                <a:solidFill>
                  <a:schemeClr val="lt1"/>
                </a:solidFill>
                <a:latin typeface="Arial"/>
                <a:ea typeface="Arial"/>
                <a:cs typeface="Arial"/>
                <a:sym typeface="Arial"/>
              </a:rPr>
              <a:t>: Launch your databricks and create a </a:t>
            </a:r>
            <a:r>
              <a:rPr b="1" i="0" lang="en-US" sz="3600" u="none" cap="none" strike="noStrike">
                <a:solidFill>
                  <a:schemeClr val="lt1"/>
                </a:solidFill>
                <a:latin typeface="Arial"/>
                <a:ea typeface="Arial"/>
                <a:cs typeface="Arial"/>
                <a:sym typeface="Arial"/>
              </a:rPr>
              <a:t>Workspace</a:t>
            </a:r>
            <a:r>
              <a:rPr b="0" i="0" lang="en-US" sz="3600" u="none" cap="none" strike="noStrike">
                <a:solidFill>
                  <a:schemeClr val="lt1"/>
                </a:solidFill>
                <a:latin typeface="Arial"/>
                <a:ea typeface="Arial"/>
                <a:cs typeface="Arial"/>
                <a:sym typeface="Arial"/>
              </a:rPr>
              <a:t> which is the environment in Databricks to access your assets.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a:p>
            <a:pPr indent="0" lvl="0" marL="0" marR="0" rtl="0" algn="l">
              <a:lnSpc>
                <a:spcPct val="150000"/>
              </a:lnSpc>
              <a:spcBef>
                <a:spcPts val="1000"/>
              </a:spcBef>
              <a:spcAft>
                <a:spcPts val="0"/>
              </a:spcAft>
              <a:buClr>
                <a:schemeClr val="lt1"/>
              </a:buClr>
              <a:buSzPts val="3600"/>
              <a:buFont typeface="Arial"/>
              <a:buNone/>
            </a:pPr>
            <a:r>
              <a:t/>
            </a:r>
            <a:endParaRPr b="0" i="0" sz="3600" u="none" cap="none" strike="noStrike">
              <a:solidFill>
                <a:schemeClr val="lt1"/>
              </a:solidFill>
              <a:latin typeface="Arial"/>
              <a:ea typeface="Arial"/>
              <a:cs typeface="Arial"/>
              <a:sym typeface="Arial"/>
            </a:endParaRPr>
          </a:p>
        </p:txBody>
      </p:sp>
      <p:pic>
        <p:nvPicPr>
          <p:cNvPr descr="What is Databricks- Create Workspace" id="219" name="Google Shape;219;p49"/>
          <p:cNvPicPr preferRelativeResize="0"/>
          <p:nvPr/>
        </p:nvPicPr>
        <p:blipFill rotWithShape="1">
          <a:blip r:embed="rId3">
            <a:alphaModFix/>
          </a:blip>
          <a:srcRect b="0" l="0" r="0" t="0"/>
          <a:stretch/>
        </p:blipFill>
        <p:spPr>
          <a:xfrm>
            <a:off x="1995992" y="4435474"/>
            <a:ext cx="6247967" cy="5731340"/>
          </a:xfrm>
          <a:prstGeom prst="rect">
            <a:avLst/>
          </a:prstGeom>
          <a:noFill/>
          <a:ln>
            <a:noFill/>
          </a:ln>
        </p:spPr>
      </p:pic>
      <p:pic>
        <p:nvPicPr>
          <p:cNvPr descr="What is Databricks- Databricks Workspace UI — Data Science &amp; Engineering Context" id="220" name="Google Shape;220;p49"/>
          <p:cNvPicPr preferRelativeResize="0"/>
          <p:nvPr/>
        </p:nvPicPr>
        <p:blipFill rotWithShape="1">
          <a:blip r:embed="rId4">
            <a:alphaModFix/>
          </a:blip>
          <a:srcRect b="0" l="0" r="0" t="0"/>
          <a:stretch/>
        </p:blipFill>
        <p:spPr>
          <a:xfrm>
            <a:off x="8485756" y="4435474"/>
            <a:ext cx="9215113" cy="56585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50"/>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33333"/>
              <a:buNone/>
            </a:pPr>
            <a:r>
              <a:rPr lang="en-US" sz="6000">
                <a:solidFill>
                  <a:schemeClr val="lt1"/>
                </a:solidFill>
              </a:rPr>
              <a:t>DATABRICKS – PLATFORM WALKTHROUGH</a:t>
            </a:r>
            <a:endParaRPr sz="6000">
              <a:solidFill>
                <a:schemeClr val="lt1"/>
              </a:solidFill>
            </a:endParaRPr>
          </a:p>
        </p:txBody>
      </p:sp>
      <p:sp>
        <p:nvSpPr>
          <p:cNvPr id="227" name="Google Shape;227;p50"/>
          <p:cNvSpPr txBox="1"/>
          <p:nvPr/>
        </p:nvSpPr>
        <p:spPr>
          <a:xfrm>
            <a:off x="1735277" y="2471652"/>
            <a:ext cx="15965592" cy="1799011"/>
          </a:xfrm>
          <a:prstGeom prst="rect">
            <a:avLst/>
          </a:prstGeom>
          <a:noFill/>
          <a:ln>
            <a:noFill/>
          </a:ln>
        </p:spPr>
        <p:txBody>
          <a:bodyPr anchorCtr="0" anchor="t" bIns="68575" lIns="137150" spcFirstLastPara="1" rIns="137150" wrap="square" tIns="68575">
            <a:normAutofit/>
          </a:bodyPr>
          <a:lstStyle/>
          <a:p>
            <a:pPr indent="0" lvl="0" marL="0" marR="0" rtl="0" algn="l">
              <a:lnSpc>
                <a:spcPct val="15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Step 3:  </a:t>
            </a:r>
            <a:r>
              <a:rPr b="0" i="0" lang="en-US" sz="3600" u="none" cap="none" strike="noStrike">
                <a:solidFill>
                  <a:schemeClr val="lt1"/>
                </a:solidFill>
                <a:latin typeface="Arial"/>
                <a:ea typeface="Arial"/>
                <a:cs typeface="Arial"/>
                <a:sym typeface="Arial"/>
              </a:rPr>
              <a:t>Create a table in the Delta Lake, you can either upload a file, or connect to supported data sources</a:t>
            </a:r>
            <a:endParaRPr/>
          </a:p>
        </p:txBody>
      </p:sp>
      <p:pic>
        <p:nvPicPr>
          <p:cNvPr descr="What is Databricks- Create Table" id="228" name="Google Shape;228;p50"/>
          <p:cNvPicPr preferRelativeResize="0"/>
          <p:nvPr/>
        </p:nvPicPr>
        <p:blipFill rotWithShape="1">
          <a:blip r:embed="rId3">
            <a:alphaModFix/>
          </a:blip>
          <a:srcRect b="0" l="0" r="0" t="0"/>
          <a:stretch/>
        </p:blipFill>
        <p:spPr>
          <a:xfrm>
            <a:off x="2005157" y="5004954"/>
            <a:ext cx="14295328" cy="42637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51"/>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33333"/>
              <a:buNone/>
            </a:pPr>
            <a:r>
              <a:rPr lang="en-US" sz="6000">
                <a:solidFill>
                  <a:schemeClr val="lt1"/>
                </a:solidFill>
              </a:rPr>
              <a:t>DATABRICKS – PLATFORM WALKTHROUGH</a:t>
            </a:r>
            <a:endParaRPr sz="6000">
              <a:solidFill>
                <a:schemeClr val="lt1"/>
              </a:solidFill>
            </a:endParaRPr>
          </a:p>
        </p:txBody>
      </p:sp>
      <p:sp>
        <p:nvSpPr>
          <p:cNvPr id="235" name="Google Shape;235;p51"/>
          <p:cNvSpPr txBox="1"/>
          <p:nvPr/>
        </p:nvSpPr>
        <p:spPr>
          <a:xfrm>
            <a:off x="1735277" y="2056017"/>
            <a:ext cx="15965592" cy="1944484"/>
          </a:xfrm>
          <a:prstGeom prst="rect">
            <a:avLst/>
          </a:prstGeom>
          <a:noFill/>
          <a:ln>
            <a:noFill/>
          </a:ln>
        </p:spPr>
        <p:txBody>
          <a:bodyPr anchorCtr="0" anchor="t" bIns="68575" lIns="137150" spcFirstLastPara="1" rIns="137150" wrap="square" tIns="68575">
            <a:normAutofit fontScale="92500"/>
          </a:bodyPr>
          <a:lstStyle/>
          <a:p>
            <a:pPr indent="0" lvl="0" marL="0" marR="0" rtl="0" algn="l">
              <a:lnSpc>
                <a:spcPct val="150000"/>
              </a:lnSpc>
              <a:spcBef>
                <a:spcPts val="0"/>
              </a:spcBef>
              <a:spcAft>
                <a:spcPts val="0"/>
              </a:spcAft>
              <a:buClr>
                <a:schemeClr val="lt1"/>
              </a:buClr>
              <a:buSzPct val="100000"/>
              <a:buFont typeface="Arial"/>
              <a:buNone/>
            </a:pPr>
            <a:r>
              <a:rPr b="1" i="0" lang="en-US" sz="3600" u="none" cap="none" strike="noStrike">
                <a:solidFill>
                  <a:schemeClr val="lt1"/>
                </a:solidFill>
                <a:latin typeface="Arial"/>
                <a:ea typeface="Arial"/>
                <a:cs typeface="Arial"/>
                <a:sym typeface="Arial"/>
              </a:rPr>
              <a:t>Step 4:  </a:t>
            </a:r>
            <a:r>
              <a:rPr b="0" i="0" lang="en-US" sz="3600" u="none" cap="none" strike="noStrike">
                <a:solidFill>
                  <a:schemeClr val="lt1"/>
                </a:solidFill>
                <a:latin typeface="Arial"/>
                <a:ea typeface="Arial"/>
                <a:cs typeface="Arial"/>
                <a:sym typeface="Arial"/>
              </a:rPr>
              <a:t>Create a Cluster. A Databricks Cluster is a combination of computation resources and configurations on which you can run jobs and notebooks.</a:t>
            </a:r>
            <a:endParaRPr b="0" i="0" sz="3600" u="none" cap="none" strike="noStrike">
              <a:solidFill>
                <a:schemeClr val="lt1"/>
              </a:solidFill>
              <a:latin typeface="Arial"/>
              <a:ea typeface="Arial"/>
              <a:cs typeface="Arial"/>
              <a:sym typeface="Arial"/>
            </a:endParaRPr>
          </a:p>
        </p:txBody>
      </p:sp>
      <p:pic>
        <p:nvPicPr>
          <p:cNvPr descr="What is Databricks-Create Cluster" id="236" name="Google Shape;236;p51"/>
          <p:cNvPicPr preferRelativeResize="0"/>
          <p:nvPr/>
        </p:nvPicPr>
        <p:blipFill rotWithShape="1">
          <a:blip r:embed="rId3">
            <a:alphaModFix/>
          </a:blip>
          <a:srcRect b="0" l="0" r="0" t="0"/>
          <a:stretch/>
        </p:blipFill>
        <p:spPr>
          <a:xfrm>
            <a:off x="3665249" y="3830781"/>
            <a:ext cx="10972800" cy="6248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2"/>
          <p:cNvSpPr txBox="1"/>
          <p:nvPr>
            <p:ph type="title"/>
          </p:nvPr>
        </p:nvSpPr>
        <p:spPr>
          <a:xfrm>
            <a:off x="1735277" y="956644"/>
            <a:ext cx="14832744" cy="135019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lang="en-US" sz="6000">
                <a:solidFill>
                  <a:schemeClr val="lt1"/>
                </a:solidFill>
              </a:rPr>
              <a:t>DATABRICKS – PLATFORM WALKTHROUGH</a:t>
            </a:r>
            <a:endParaRPr sz="6000">
              <a:solidFill>
                <a:schemeClr val="lt1"/>
              </a:solidFill>
            </a:endParaRPr>
          </a:p>
        </p:txBody>
      </p:sp>
      <p:sp>
        <p:nvSpPr>
          <p:cNvPr id="243" name="Google Shape;243;p52"/>
          <p:cNvSpPr txBox="1"/>
          <p:nvPr/>
        </p:nvSpPr>
        <p:spPr>
          <a:xfrm>
            <a:off x="1735277" y="2669081"/>
            <a:ext cx="15965592" cy="2464028"/>
          </a:xfrm>
          <a:prstGeom prst="rect">
            <a:avLst/>
          </a:prstGeom>
          <a:noFill/>
          <a:ln>
            <a:noFill/>
          </a:ln>
        </p:spPr>
        <p:txBody>
          <a:bodyPr anchorCtr="0" anchor="t" bIns="68575" lIns="137150" spcFirstLastPara="1" rIns="137150" wrap="square" tIns="68575">
            <a:noAutofit/>
          </a:bodyPr>
          <a:lstStyle/>
          <a:p>
            <a:pPr indent="0" lvl="0" marL="0" marR="0" rtl="0" algn="l">
              <a:lnSpc>
                <a:spcPct val="190000"/>
              </a:lnSpc>
              <a:spcBef>
                <a:spcPts val="0"/>
              </a:spcBef>
              <a:spcAft>
                <a:spcPts val="0"/>
              </a:spcAft>
              <a:buClr>
                <a:schemeClr val="lt1"/>
              </a:buClr>
              <a:buSzPts val="3060"/>
              <a:buFont typeface="Arial"/>
              <a:buNone/>
            </a:pPr>
            <a:r>
              <a:rPr b="1" i="0" lang="en-US" sz="3359" u="none" cap="none" strike="noStrike">
                <a:solidFill>
                  <a:schemeClr val="lt1"/>
                </a:solidFill>
                <a:latin typeface="Arial"/>
                <a:ea typeface="Arial"/>
                <a:cs typeface="Arial"/>
                <a:sym typeface="Arial"/>
              </a:rPr>
              <a:t>Step 5:  </a:t>
            </a:r>
            <a:r>
              <a:rPr b="0" i="0" lang="en-US" sz="3359" u="none" cap="none" strike="noStrike">
                <a:solidFill>
                  <a:schemeClr val="lt1"/>
                </a:solidFill>
                <a:latin typeface="Arial"/>
                <a:ea typeface="Arial"/>
                <a:cs typeface="Arial"/>
                <a:sym typeface="Arial"/>
              </a:rPr>
              <a:t>Create a notebook. In the notebook, you can leverage apache spark to perform a wide range of data transformations, analysis, machine learning or visualization on the data stored in the delta lake.</a:t>
            </a:r>
            <a:endParaRPr sz="149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PRISCILLA FANAMA</dc:creator>
</cp:coreProperties>
</file>