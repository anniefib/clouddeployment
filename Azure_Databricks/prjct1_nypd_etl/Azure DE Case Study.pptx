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6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Lst>
  <p:sldSz cy="10287000" cx="18288000"/>
  <p:notesSz cx="6858000" cy="9144000"/>
  <p:embeddedFontLst>
    <p:embeddedFont>
      <p:font typeface="Play"/>
      <p:regular r:id="rId18"/>
      <p:bold r:id="rId19"/>
    </p:embeddedFont>
    <p:embeddedFont>
      <p:font typeface="Poppins"/>
      <p:regular r:id="rId20"/>
      <p:bold r:id="rId21"/>
      <p:italic r:id="rId22"/>
      <p:boldItalic r:id="rId2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24" roundtripDataSignature="AMtx7mg2UvWzq9JFasFpg+OY/OXiWOFsH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Poppins-regular.fntdata"/><Relationship Id="rId11" Type="http://schemas.openxmlformats.org/officeDocument/2006/relationships/slide" Target="slides/slide5.xml"/><Relationship Id="rId22" Type="http://schemas.openxmlformats.org/officeDocument/2006/relationships/font" Target="fonts/Poppins-italic.fntdata"/><Relationship Id="rId10" Type="http://schemas.openxmlformats.org/officeDocument/2006/relationships/slide" Target="slides/slide4.xml"/><Relationship Id="rId21" Type="http://schemas.openxmlformats.org/officeDocument/2006/relationships/font" Target="fonts/Poppins-bold.fntdata"/><Relationship Id="rId13" Type="http://schemas.openxmlformats.org/officeDocument/2006/relationships/slide" Target="slides/slide7.xml"/><Relationship Id="rId24" Type="http://customschemas.google.com/relationships/presentationmetadata" Target="metadata"/><Relationship Id="rId12" Type="http://schemas.openxmlformats.org/officeDocument/2006/relationships/slide" Target="slides/slide6.xml"/><Relationship Id="rId23" Type="http://schemas.openxmlformats.org/officeDocument/2006/relationships/font" Target="fonts/Poppins-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2.xml"/><Relationship Id="rId19" Type="http://schemas.openxmlformats.org/officeDocument/2006/relationships/font" Target="fonts/Play-bold.fntdata"/><Relationship Id="rId6" Type="http://schemas.openxmlformats.org/officeDocument/2006/relationships/notesMaster" Target="notesMasters/notesMaster1.xml"/><Relationship Id="rId18" Type="http://schemas.openxmlformats.org/officeDocument/2006/relationships/font" Target="fonts/Play-regular.fntdata"/><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t/>
            </a:r>
            <a:endParaRPr/>
          </a:p>
        </p:txBody>
      </p:sp>
      <p:sp>
        <p:nvSpPr>
          <p:cNvPr id="164" name="Google Shape;164;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6" name="Google Shape;186;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Arial"/>
              <a:buNone/>
            </a:pPr>
            <a:r>
              <a:t/>
            </a:r>
            <a:endParaRPr/>
          </a:p>
        </p:txBody>
      </p:sp>
      <p:sp>
        <p:nvSpPr>
          <p:cNvPr id="202" name="Google Shape;202;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9" name="Google Shape;219;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Arial"/>
              <a:buNone/>
            </a:pPr>
            <a:r>
              <a:t/>
            </a:r>
            <a:endParaRPr/>
          </a:p>
        </p:txBody>
      </p:sp>
      <p:sp>
        <p:nvSpPr>
          <p:cNvPr id="250" name="Google Shape;250;p3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t/>
            </a:r>
            <a:endParaRPr/>
          </a:p>
        </p:txBody>
      </p:sp>
      <p:sp>
        <p:nvSpPr>
          <p:cNvPr id="265" name="Google Shape;265;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8" name="Google Shape;278;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p3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0" name="Google Shape;300;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t/>
            </a:r>
            <a:endParaRPr/>
          </a:p>
        </p:txBody>
      </p:sp>
      <p:sp>
        <p:nvSpPr>
          <p:cNvPr id="313" name="Google Shape;313;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t/>
            </a:r>
            <a:endParaRPr/>
          </a:p>
        </p:txBody>
      </p:sp>
      <p:sp>
        <p:nvSpPr>
          <p:cNvPr id="341" name="Google Shape;341;p3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3" name="Google Shape;363;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8" name="Shape 18"/>
        <p:cNvGrpSpPr/>
        <p:nvPr/>
      </p:nvGrpSpPr>
      <p:grpSpPr>
        <a:xfrm>
          <a:off x="0" y="0"/>
          <a:ext cx="0" cy="0"/>
          <a:chOff x="0" y="0"/>
          <a:chExt cx="0" cy="0"/>
        </a:xfrm>
      </p:grpSpPr>
      <p:sp>
        <p:nvSpPr>
          <p:cNvPr id="19" name="Google Shape;19;p11"/>
          <p:cNvSpPr txBox="1"/>
          <p:nvPr>
            <p:ph type="ctrTitle"/>
          </p:nvPr>
        </p:nvSpPr>
        <p:spPr>
          <a:xfrm>
            <a:off x="2286000" y="1683545"/>
            <a:ext cx="13716000" cy="35814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Play"/>
              <a:buNone/>
              <a:defRPr sz="9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11"/>
          <p:cNvSpPr txBox="1"/>
          <p:nvPr>
            <p:ph idx="1" type="subTitle"/>
          </p:nvPr>
        </p:nvSpPr>
        <p:spPr>
          <a:xfrm>
            <a:off x="2286000" y="5403057"/>
            <a:ext cx="13716000" cy="2483643"/>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500"/>
              </a:spcBef>
              <a:spcAft>
                <a:spcPts val="0"/>
              </a:spcAft>
              <a:buClr>
                <a:schemeClr val="dk1"/>
              </a:buClr>
              <a:buSzPts val="2400"/>
              <a:buNone/>
              <a:defRPr sz="3600"/>
            </a:lvl1pPr>
            <a:lvl2pPr lvl="1" algn="ctr">
              <a:lnSpc>
                <a:spcPct val="90000"/>
              </a:lnSpc>
              <a:spcBef>
                <a:spcPts val="750"/>
              </a:spcBef>
              <a:spcAft>
                <a:spcPts val="0"/>
              </a:spcAft>
              <a:buClr>
                <a:schemeClr val="dk1"/>
              </a:buClr>
              <a:buSzPts val="2000"/>
              <a:buNone/>
              <a:defRPr sz="3000"/>
            </a:lvl2pPr>
            <a:lvl3pPr lvl="2" algn="ctr">
              <a:lnSpc>
                <a:spcPct val="90000"/>
              </a:lnSpc>
              <a:spcBef>
                <a:spcPts val="750"/>
              </a:spcBef>
              <a:spcAft>
                <a:spcPts val="0"/>
              </a:spcAft>
              <a:buClr>
                <a:schemeClr val="dk1"/>
              </a:buClr>
              <a:buSzPts val="1800"/>
              <a:buNone/>
              <a:defRPr sz="2700"/>
            </a:lvl3pPr>
            <a:lvl4pPr lvl="3" algn="ctr">
              <a:lnSpc>
                <a:spcPct val="90000"/>
              </a:lnSpc>
              <a:spcBef>
                <a:spcPts val="750"/>
              </a:spcBef>
              <a:spcAft>
                <a:spcPts val="0"/>
              </a:spcAft>
              <a:buClr>
                <a:schemeClr val="dk1"/>
              </a:buClr>
              <a:buSzPts val="1600"/>
              <a:buNone/>
              <a:defRPr sz="2400"/>
            </a:lvl4pPr>
            <a:lvl5pPr lvl="4" algn="ctr">
              <a:lnSpc>
                <a:spcPct val="90000"/>
              </a:lnSpc>
              <a:spcBef>
                <a:spcPts val="750"/>
              </a:spcBef>
              <a:spcAft>
                <a:spcPts val="0"/>
              </a:spcAft>
              <a:buClr>
                <a:schemeClr val="dk1"/>
              </a:buClr>
              <a:buSzPts val="1600"/>
              <a:buNone/>
              <a:defRPr sz="2400"/>
            </a:lvl5pPr>
            <a:lvl6pPr lvl="5" algn="ctr">
              <a:lnSpc>
                <a:spcPct val="90000"/>
              </a:lnSpc>
              <a:spcBef>
                <a:spcPts val="750"/>
              </a:spcBef>
              <a:spcAft>
                <a:spcPts val="0"/>
              </a:spcAft>
              <a:buClr>
                <a:schemeClr val="dk1"/>
              </a:buClr>
              <a:buSzPts val="1600"/>
              <a:buNone/>
              <a:defRPr sz="2400"/>
            </a:lvl6pPr>
            <a:lvl7pPr lvl="6" algn="ctr">
              <a:lnSpc>
                <a:spcPct val="90000"/>
              </a:lnSpc>
              <a:spcBef>
                <a:spcPts val="750"/>
              </a:spcBef>
              <a:spcAft>
                <a:spcPts val="0"/>
              </a:spcAft>
              <a:buClr>
                <a:schemeClr val="dk1"/>
              </a:buClr>
              <a:buSzPts val="1600"/>
              <a:buNone/>
              <a:defRPr sz="2400"/>
            </a:lvl7pPr>
            <a:lvl8pPr lvl="7" algn="ctr">
              <a:lnSpc>
                <a:spcPct val="90000"/>
              </a:lnSpc>
              <a:spcBef>
                <a:spcPts val="750"/>
              </a:spcBef>
              <a:spcAft>
                <a:spcPts val="0"/>
              </a:spcAft>
              <a:buClr>
                <a:schemeClr val="dk1"/>
              </a:buClr>
              <a:buSzPts val="1600"/>
              <a:buNone/>
              <a:defRPr sz="2400"/>
            </a:lvl8pPr>
            <a:lvl9pPr lvl="8" algn="ctr">
              <a:lnSpc>
                <a:spcPct val="90000"/>
              </a:lnSpc>
              <a:spcBef>
                <a:spcPts val="750"/>
              </a:spcBef>
              <a:spcAft>
                <a:spcPts val="0"/>
              </a:spcAft>
              <a:buClr>
                <a:schemeClr val="dk1"/>
              </a:buClr>
              <a:buSzPts val="1600"/>
              <a:buNone/>
              <a:defRPr sz="2400"/>
            </a:lvl9pPr>
          </a:lstStyle>
          <a:p/>
        </p:txBody>
      </p:sp>
      <p:sp>
        <p:nvSpPr>
          <p:cNvPr id="21" name="Google Shape;21;p11"/>
          <p:cNvSpPr txBox="1"/>
          <p:nvPr>
            <p:ph idx="10" type="dt"/>
          </p:nvPr>
        </p:nvSpPr>
        <p:spPr>
          <a:xfrm>
            <a:off x="1257300" y="9534526"/>
            <a:ext cx="4114800" cy="547688"/>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757575"/>
              </a:buClr>
              <a:buSzPts val="1400"/>
              <a:buFont typeface="Arial"/>
              <a:buNone/>
              <a:defRPr/>
            </a:lvl1pPr>
            <a:lvl2pPr lvl="1" algn="l">
              <a:lnSpc>
                <a:spcPct val="100000"/>
              </a:lnSpc>
              <a:spcBef>
                <a:spcPts val="0"/>
              </a:spcBef>
              <a:spcAft>
                <a:spcPts val="0"/>
              </a:spcAft>
              <a:buClr>
                <a:schemeClr val="dk1"/>
              </a:buClr>
              <a:buSzPts val="1400"/>
              <a:buFont typeface="Arial"/>
              <a:buNone/>
              <a:defRPr/>
            </a:lvl2pPr>
            <a:lvl3pPr lvl="2" algn="l">
              <a:lnSpc>
                <a:spcPct val="100000"/>
              </a:lnSpc>
              <a:spcBef>
                <a:spcPts val="0"/>
              </a:spcBef>
              <a:spcAft>
                <a:spcPts val="0"/>
              </a:spcAft>
              <a:buClr>
                <a:schemeClr val="dk1"/>
              </a:buClr>
              <a:buSzPts val="1400"/>
              <a:buFont typeface="Arial"/>
              <a:buNone/>
              <a:defRPr/>
            </a:lvl3pPr>
            <a:lvl4pPr lvl="3" algn="l">
              <a:lnSpc>
                <a:spcPct val="100000"/>
              </a:lnSpc>
              <a:spcBef>
                <a:spcPts val="0"/>
              </a:spcBef>
              <a:spcAft>
                <a:spcPts val="0"/>
              </a:spcAft>
              <a:buClr>
                <a:schemeClr val="dk1"/>
              </a:buClr>
              <a:buSzPts val="1400"/>
              <a:buFont typeface="Arial"/>
              <a:buNone/>
              <a:defRPr/>
            </a:lvl4pPr>
            <a:lvl5pPr lvl="4" algn="l">
              <a:lnSpc>
                <a:spcPct val="100000"/>
              </a:lnSpc>
              <a:spcBef>
                <a:spcPts val="0"/>
              </a:spcBef>
              <a:spcAft>
                <a:spcPts val="0"/>
              </a:spcAft>
              <a:buClr>
                <a:schemeClr val="dk1"/>
              </a:buClr>
              <a:buSzPts val="1400"/>
              <a:buFont typeface="Arial"/>
              <a:buNone/>
              <a:defRPr/>
            </a:lvl5pPr>
            <a:lvl6pPr lvl="5" algn="l">
              <a:lnSpc>
                <a:spcPct val="100000"/>
              </a:lnSpc>
              <a:spcBef>
                <a:spcPts val="0"/>
              </a:spcBef>
              <a:spcAft>
                <a:spcPts val="0"/>
              </a:spcAft>
              <a:buClr>
                <a:schemeClr val="dk1"/>
              </a:buClr>
              <a:buSzPts val="1400"/>
              <a:buFont typeface="Arial"/>
              <a:buNone/>
              <a:defRPr/>
            </a:lvl6pPr>
            <a:lvl7pPr lvl="6" algn="l">
              <a:lnSpc>
                <a:spcPct val="100000"/>
              </a:lnSpc>
              <a:spcBef>
                <a:spcPts val="0"/>
              </a:spcBef>
              <a:spcAft>
                <a:spcPts val="0"/>
              </a:spcAft>
              <a:buClr>
                <a:schemeClr val="dk1"/>
              </a:buClr>
              <a:buSzPts val="1400"/>
              <a:buFont typeface="Arial"/>
              <a:buNone/>
              <a:defRPr/>
            </a:lvl7pPr>
            <a:lvl8pPr lvl="7" algn="l">
              <a:lnSpc>
                <a:spcPct val="100000"/>
              </a:lnSpc>
              <a:spcBef>
                <a:spcPts val="0"/>
              </a:spcBef>
              <a:spcAft>
                <a:spcPts val="0"/>
              </a:spcAft>
              <a:buClr>
                <a:schemeClr val="dk1"/>
              </a:buClr>
              <a:buSzPts val="1400"/>
              <a:buFont typeface="Arial"/>
              <a:buNone/>
              <a:defRPr/>
            </a:lvl8pPr>
            <a:lvl9pPr lvl="8" algn="l">
              <a:lnSpc>
                <a:spcPct val="100000"/>
              </a:lnSpc>
              <a:spcBef>
                <a:spcPts val="0"/>
              </a:spcBef>
              <a:spcAft>
                <a:spcPts val="0"/>
              </a:spcAft>
              <a:buClr>
                <a:schemeClr val="dk1"/>
              </a:buClr>
              <a:buSzPts val="1400"/>
              <a:buFont typeface="Arial"/>
              <a:buNone/>
              <a:defRPr/>
            </a:lvl9pPr>
          </a:lstStyle>
          <a:p/>
        </p:txBody>
      </p:sp>
      <p:sp>
        <p:nvSpPr>
          <p:cNvPr id="22" name="Google Shape;22;p11"/>
          <p:cNvSpPr txBox="1"/>
          <p:nvPr>
            <p:ph idx="11" type="ftr"/>
          </p:nvPr>
        </p:nvSpPr>
        <p:spPr>
          <a:xfrm>
            <a:off x="6057900" y="9534526"/>
            <a:ext cx="6172200" cy="547688"/>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757575"/>
              </a:buClr>
              <a:buSzPts val="1400"/>
              <a:buFont typeface="Arial"/>
              <a:buNone/>
              <a:defRPr/>
            </a:lvl1pPr>
            <a:lvl2pPr lvl="1" algn="l">
              <a:lnSpc>
                <a:spcPct val="100000"/>
              </a:lnSpc>
              <a:spcBef>
                <a:spcPts val="0"/>
              </a:spcBef>
              <a:spcAft>
                <a:spcPts val="0"/>
              </a:spcAft>
              <a:buClr>
                <a:schemeClr val="dk1"/>
              </a:buClr>
              <a:buSzPts val="1400"/>
              <a:buFont typeface="Arial"/>
              <a:buNone/>
              <a:defRPr/>
            </a:lvl2pPr>
            <a:lvl3pPr lvl="2" algn="l">
              <a:lnSpc>
                <a:spcPct val="100000"/>
              </a:lnSpc>
              <a:spcBef>
                <a:spcPts val="0"/>
              </a:spcBef>
              <a:spcAft>
                <a:spcPts val="0"/>
              </a:spcAft>
              <a:buClr>
                <a:schemeClr val="dk1"/>
              </a:buClr>
              <a:buSzPts val="1400"/>
              <a:buFont typeface="Arial"/>
              <a:buNone/>
              <a:defRPr/>
            </a:lvl3pPr>
            <a:lvl4pPr lvl="3" algn="l">
              <a:lnSpc>
                <a:spcPct val="100000"/>
              </a:lnSpc>
              <a:spcBef>
                <a:spcPts val="0"/>
              </a:spcBef>
              <a:spcAft>
                <a:spcPts val="0"/>
              </a:spcAft>
              <a:buClr>
                <a:schemeClr val="dk1"/>
              </a:buClr>
              <a:buSzPts val="1400"/>
              <a:buFont typeface="Arial"/>
              <a:buNone/>
              <a:defRPr/>
            </a:lvl4pPr>
            <a:lvl5pPr lvl="4" algn="l">
              <a:lnSpc>
                <a:spcPct val="100000"/>
              </a:lnSpc>
              <a:spcBef>
                <a:spcPts val="0"/>
              </a:spcBef>
              <a:spcAft>
                <a:spcPts val="0"/>
              </a:spcAft>
              <a:buClr>
                <a:schemeClr val="dk1"/>
              </a:buClr>
              <a:buSzPts val="1400"/>
              <a:buFont typeface="Arial"/>
              <a:buNone/>
              <a:defRPr/>
            </a:lvl5pPr>
            <a:lvl6pPr lvl="5" algn="l">
              <a:lnSpc>
                <a:spcPct val="100000"/>
              </a:lnSpc>
              <a:spcBef>
                <a:spcPts val="0"/>
              </a:spcBef>
              <a:spcAft>
                <a:spcPts val="0"/>
              </a:spcAft>
              <a:buClr>
                <a:schemeClr val="dk1"/>
              </a:buClr>
              <a:buSzPts val="1400"/>
              <a:buFont typeface="Arial"/>
              <a:buNone/>
              <a:defRPr/>
            </a:lvl6pPr>
            <a:lvl7pPr lvl="6" algn="l">
              <a:lnSpc>
                <a:spcPct val="100000"/>
              </a:lnSpc>
              <a:spcBef>
                <a:spcPts val="0"/>
              </a:spcBef>
              <a:spcAft>
                <a:spcPts val="0"/>
              </a:spcAft>
              <a:buClr>
                <a:schemeClr val="dk1"/>
              </a:buClr>
              <a:buSzPts val="1400"/>
              <a:buFont typeface="Arial"/>
              <a:buNone/>
              <a:defRPr/>
            </a:lvl7pPr>
            <a:lvl8pPr lvl="7" algn="l">
              <a:lnSpc>
                <a:spcPct val="100000"/>
              </a:lnSpc>
              <a:spcBef>
                <a:spcPts val="0"/>
              </a:spcBef>
              <a:spcAft>
                <a:spcPts val="0"/>
              </a:spcAft>
              <a:buClr>
                <a:schemeClr val="dk1"/>
              </a:buClr>
              <a:buSzPts val="1400"/>
              <a:buFont typeface="Arial"/>
              <a:buNone/>
              <a:defRPr/>
            </a:lvl8pPr>
            <a:lvl9pPr lvl="8" algn="l">
              <a:lnSpc>
                <a:spcPct val="100000"/>
              </a:lnSpc>
              <a:spcBef>
                <a:spcPts val="0"/>
              </a:spcBef>
              <a:spcAft>
                <a:spcPts val="0"/>
              </a:spcAft>
              <a:buClr>
                <a:schemeClr val="dk1"/>
              </a:buClr>
              <a:buSzPts val="1400"/>
              <a:buFont typeface="Arial"/>
              <a:buNone/>
              <a:defRPr/>
            </a:lvl9pPr>
          </a:lstStyle>
          <a:p/>
        </p:txBody>
      </p:sp>
      <p:sp>
        <p:nvSpPr>
          <p:cNvPr id="23" name="Google Shape;23;p11"/>
          <p:cNvSpPr txBox="1"/>
          <p:nvPr>
            <p:ph idx="12" type="sldNum"/>
          </p:nvPr>
        </p:nvSpPr>
        <p:spPr>
          <a:xfrm>
            <a:off x="12915900" y="9534526"/>
            <a:ext cx="4114800" cy="547688"/>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4" name="Shape 24"/>
        <p:cNvGrpSpPr/>
        <p:nvPr/>
      </p:nvGrpSpPr>
      <p:grpSpPr>
        <a:xfrm>
          <a:off x="0" y="0"/>
          <a:ext cx="0" cy="0"/>
          <a:chOff x="0" y="0"/>
          <a:chExt cx="0" cy="0"/>
        </a:xfrm>
      </p:grpSpPr>
      <p:sp>
        <p:nvSpPr>
          <p:cNvPr id="25" name="Google Shape;25;p24"/>
          <p:cNvSpPr txBox="1"/>
          <p:nvPr>
            <p:ph idx="10" type="dt"/>
          </p:nvPr>
        </p:nvSpPr>
        <p:spPr>
          <a:xfrm>
            <a:off x="1257300" y="9534526"/>
            <a:ext cx="4114800" cy="547688"/>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757575"/>
              </a:buClr>
              <a:buSzPts val="1400"/>
              <a:buFont typeface="Arial"/>
              <a:buNone/>
              <a:defRPr/>
            </a:lvl1pPr>
            <a:lvl2pPr lvl="1" algn="l">
              <a:lnSpc>
                <a:spcPct val="100000"/>
              </a:lnSpc>
              <a:spcBef>
                <a:spcPts val="0"/>
              </a:spcBef>
              <a:spcAft>
                <a:spcPts val="0"/>
              </a:spcAft>
              <a:buClr>
                <a:schemeClr val="dk1"/>
              </a:buClr>
              <a:buSzPts val="1400"/>
              <a:buFont typeface="Arial"/>
              <a:buNone/>
              <a:defRPr/>
            </a:lvl2pPr>
            <a:lvl3pPr lvl="2" algn="l">
              <a:lnSpc>
                <a:spcPct val="100000"/>
              </a:lnSpc>
              <a:spcBef>
                <a:spcPts val="0"/>
              </a:spcBef>
              <a:spcAft>
                <a:spcPts val="0"/>
              </a:spcAft>
              <a:buClr>
                <a:schemeClr val="dk1"/>
              </a:buClr>
              <a:buSzPts val="1400"/>
              <a:buFont typeface="Arial"/>
              <a:buNone/>
              <a:defRPr/>
            </a:lvl3pPr>
            <a:lvl4pPr lvl="3" algn="l">
              <a:lnSpc>
                <a:spcPct val="100000"/>
              </a:lnSpc>
              <a:spcBef>
                <a:spcPts val="0"/>
              </a:spcBef>
              <a:spcAft>
                <a:spcPts val="0"/>
              </a:spcAft>
              <a:buClr>
                <a:schemeClr val="dk1"/>
              </a:buClr>
              <a:buSzPts val="1400"/>
              <a:buFont typeface="Arial"/>
              <a:buNone/>
              <a:defRPr/>
            </a:lvl4pPr>
            <a:lvl5pPr lvl="4" algn="l">
              <a:lnSpc>
                <a:spcPct val="100000"/>
              </a:lnSpc>
              <a:spcBef>
                <a:spcPts val="0"/>
              </a:spcBef>
              <a:spcAft>
                <a:spcPts val="0"/>
              </a:spcAft>
              <a:buClr>
                <a:schemeClr val="dk1"/>
              </a:buClr>
              <a:buSzPts val="1400"/>
              <a:buFont typeface="Arial"/>
              <a:buNone/>
              <a:defRPr/>
            </a:lvl5pPr>
            <a:lvl6pPr lvl="5" algn="l">
              <a:lnSpc>
                <a:spcPct val="100000"/>
              </a:lnSpc>
              <a:spcBef>
                <a:spcPts val="0"/>
              </a:spcBef>
              <a:spcAft>
                <a:spcPts val="0"/>
              </a:spcAft>
              <a:buClr>
                <a:schemeClr val="dk1"/>
              </a:buClr>
              <a:buSzPts val="1400"/>
              <a:buFont typeface="Arial"/>
              <a:buNone/>
              <a:defRPr/>
            </a:lvl6pPr>
            <a:lvl7pPr lvl="6" algn="l">
              <a:lnSpc>
                <a:spcPct val="100000"/>
              </a:lnSpc>
              <a:spcBef>
                <a:spcPts val="0"/>
              </a:spcBef>
              <a:spcAft>
                <a:spcPts val="0"/>
              </a:spcAft>
              <a:buClr>
                <a:schemeClr val="dk1"/>
              </a:buClr>
              <a:buSzPts val="1400"/>
              <a:buFont typeface="Arial"/>
              <a:buNone/>
              <a:defRPr/>
            </a:lvl7pPr>
            <a:lvl8pPr lvl="7" algn="l">
              <a:lnSpc>
                <a:spcPct val="100000"/>
              </a:lnSpc>
              <a:spcBef>
                <a:spcPts val="0"/>
              </a:spcBef>
              <a:spcAft>
                <a:spcPts val="0"/>
              </a:spcAft>
              <a:buClr>
                <a:schemeClr val="dk1"/>
              </a:buClr>
              <a:buSzPts val="1400"/>
              <a:buFont typeface="Arial"/>
              <a:buNone/>
              <a:defRPr/>
            </a:lvl8pPr>
            <a:lvl9pPr lvl="8" algn="l">
              <a:lnSpc>
                <a:spcPct val="100000"/>
              </a:lnSpc>
              <a:spcBef>
                <a:spcPts val="0"/>
              </a:spcBef>
              <a:spcAft>
                <a:spcPts val="0"/>
              </a:spcAft>
              <a:buClr>
                <a:schemeClr val="dk1"/>
              </a:buClr>
              <a:buSzPts val="1400"/>
              <a:buFont typeface="Arial"/>
              <a:buNone/>
              <a:defRPr/>
            </a:lvl9pPr>
          </a:lstStyle>
          <a:p/>
        </p:txBody>
      </p:sp>
      <p:sp>
        <p:nvSpPr>
          <p:cNvPr id="26" name="Google Shape;26;p24"/>
          <p:cNvSpPr txBox="1"/>
          <p:nvPr>
            <p:ph idx="11" type="ftr"/>
          </p:nvPr>
        </p:nvSpPr>
        <p:spPr>
          <a:xfrm>
            <a:off x="6057900" y="9534526"/>
            <a:ext cx="6172200" cy="547688"/>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757575"/>
              </a:buClr>
              <a:buSzPts val="1400"/>
              <a:buFont typeface="Arial"/>
              <a:buNone/>
              <a:defRPr/>
            </a:lvl1pPr>
            <a:lvl2pPr lvl="1" algn="l">
              <a:lnSpc>
                <a:spcPct val="100000"/>
              </a:lnSpc>
              <a:spcBef>
                <a:spcPts val="0"/>
              </a:spcBef>
              <a:spcAft>
                <a:spcPts val="0"/>
              </a:spcAft>
              <a:buClr>
                <a:schemeClr val="dk1"/>
              </a:buClr>
              <a:buSzPts val="1400"/>
              <a:buFont typeface="Arial"/>
              <a:buNone/>
              <a:defRPr/>
            </a:lvl2pPr>
            <a:lvl3pPr lvl="2" algn="l">
              <a:lnSpc>
                <a:spcPct val="100000"/>
              </a:lnSpc>
              <a:spcBef>
                <a:spcPts val="0"/>
              </a:spcBef>
              <a:spcAft>
                <a:spcPts val="0"/>
              </a:spcAft>
              <a:buClr>
                <a:schemeClr val="dk1"/>
              </a:buClr>
              <a:buSzPts val="1400"/>
              <a:buFont typeface="Arial"/>
              <a:buNone/>
              <a:defRPr/>
            </a:lvl3pPr>
            <a:lvl4pPr lvl="3" algn="l">
              <a:lnSpc>
                <a:spcPct val="100000"/>
              </a:lnSpc>
              <a:spcBef>
                <a:spcPts val="0"/>
              </a:spcBef>
              <a:spcAft>
                <a:spcPts val="0"/>
              </a:spcAft>
              <a:buClr>
                <a:schemeClr val="dk1"/>
              </a:buClr>
              <a:buSzPts val="1400"/>
              <a:buFont typeface="Arial"/>
              <a:buNone/>
              <a:defRPr/>
            </a:lvl4pPr>
            <a:lvl5pPr lvl="4" algn="l">
              <a:lnSpc>
                <a:spcPct val="100000"/>
              </a:lnSpc>
              <a:spcBef>
                <a:spcPts val="0"/>
              </a:spcBef>
              <a:spcAft>
                <a:spcPts val="0"/>
              </a:spcAft>
              <a:buClr>
                <a:schemeClr val="dk1"/>
              </a:buClr>
              <a:buSzPts val="1400"/>
              <a:buFont typeface="Arial"/>
              <a:buNone/>
              <a:defRPr/>
            </a:lvl5pPr>
            <a:lvl6pPr lvl="5" algn="l">
              <a:lnSpc>
                <a:spcPct val="100000"/>
              </a:lnSpc>
              <a:spcBef>
                <a:spcPts val="0"/>
              </a:spcBef>
              <a:spcAft>
                <a:spcPts val="0"/>
              </a:spcAft>
              <a:buClr>
                <a:schemeClr val="dk1"/>
              </a:buClr>
              <a:buSzPts val="1400"/>
              <a:buFont typeface="Arial"/>
              <a:buNone/>
              <a:defRPr/>
            </a:lvl6pPr>
            <a:lvl7pPr lvl="6" algn="l">
              <a:lnSpc>
                <a:spcPct val="100000"/>
              </a:lnSpc>
              <a:spcBef>
                <a:spcPts val="0"/>
              </a:spcBef>
              <a:spcAft>
                <a:spcPts val="0"/>
              </a:spcAft>
              <a:buClr>
                <a:schemeClr val="dk1"/>
              </a:buClr>
              <a:buSzPts val="1400"/>
              <a:buFont typeface="Arial"/>
              <a:buNone/>
              <a:defRPr/>
            </a:lvl7pPr>
            <a:lvl8pPr lvl="7" algn="l">
              <a:lnSpc>
                <a:spcPct val="100000"/>
              </a:lnSpc>
              <a:spcBef>
                <a:spcPts val="0"/>
              </a:spcBef>
              <a:spcAft>
                <a:spcPts val="0"/>
              </a:spcAft>
              <a:buClr>
                <a:schemeClr val="dk1"/>
              </a:buClr>
              <a:buSzPts val="1400"/>
              <a:buFont typeface="Arial"/>
              <a:buNone/>
              <a:defRPr/>
            </a:lvl8pPr>
            <a:lvl9pPr lvl="8" algn="l">
              <a:lnSpc>
                <a:spcPct val="100000"/>
              </a:lnSpc>
              <a:spcBef>
                <a:spcPts val="0"/>
              </a:spcBef>
              <a:spcAft>
                <a:spcPts val="0"/>
              </a:spcAft>
              <a:buClr>
                <a:schemeClr val="dk1"/>
              </a:buClr>
              <a:buSzPts val="1400"/>
              <a:buFont typeface="Arial"/>
              <a:buNone/>
              <a:defRPr/>
            </a:lvl9pPr>
          </a:lstStyle>
          <a:p/>
        </p:txBody>
      </p:sp>
      <p:sp>
        <p:nvSpPr>
          <p:cNvPr id="27" name="Google Shape;27;p24"/>
          <p:cNvSpPr txBox="1"/>
          <p:nvPr>
            <p:ph idx="12" type="sldNum"/>
          </p:nvPr>
        </p:nvSpPr>
        <p:spPr>
          <a:xfrm>
            <a:off x="12915900" y="9534526"/>
            <a:ext cx="4114800" cy="547688"/>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8" name="Shape 28"/>
        <p:cNvGrpSpPr/>
        <p:nvPr/>
      </p:nvGrpSpPr>
      <p:grpSpPr>
        <a:xfrm>
          <a:off x="0" y="0"/>
          <a:ext cx="0" cy="0"/>
          <a:chOff x="0" y="0"/>
          <a:chExt cx="0" cy="0"/>
        </a:xfrm>
      </p:grpSpPr>
      <p:sp>
        <p:nvSpPr>
          <p:cNvPr id="29" name="Google Shape;29;p25"/>
          <p:cNvSpPr txBox="1"/>
          <p:nvPr>
            <p:ph type="title"/>
          </p:nvPr>
        </p:nvSpPr>
        <p:spPr>
          <a:xfrm>
            <a:off x="1257300" y="547688"/>
            <a:ext cx="15773400" cy="198834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25"/>
          <p:cNvSpPr txBox="1"/>
          <p:nvPr>
            <p:ph idx="1" type="body"/>
          </p:nvPr>
        </p:nvSpPr>
        <p:spPr>
          <a:xfrm>
            <a:off x="1257300" y="2738438"/>
            <a:ext cx="15773400" cy="6527007"/>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500"/>
              </a:spcBef>
              <a:spcAft>
                <a:spcPts val="0"/>
              </a:spcAft>
              <a:buClr>
                <a:schemeClr val="dk1"/>
              </a:buClr>
              <a:buSzPts val="1800"/>
              <a:buChar char="•"/>
              <a:defRPr/>
            </a:lvl1pPr>
            <a:lvl2pPr indent="-342900" lvl="1" marL="914400" algn="l">
              <a:lnSpc>
                <a:spcPct val="90000"/>
              </a:lnSpc>
              <a:spcBef>
                <a:spcPts val="750"/>
              </a:spcBef>
              <a:spcAft>
                <a:spcPts val="0"/>
              </a:spcAft>
              <a:buClr>
                <a:schemeClr val="dk1"/>
              </a:buClr>
              <a:buSzPts val="1800"/>
              <a:buChar char="•"/>
              <a:defRPr/>
            </a:lvl2pPr>
            <a:lvl3pPr indent="-342900" lvl="2" marL="1371600" algn="l">
              <a:lnSpc>
                <a:spcPct val="90000"/>
              </a:lnSpc>
              <a:spcBef>
                <a:spcPts val="750"/>
              </a:spcBef>
              <a:spcAft>
                <a:spcPts val="0"/>
              </a:spcAft>
              <a:buClr>
                <a:schemeClr val="dk1"/>
              </a:buClr>
              <a:buSzPts val="1800"/>
              <a:buChar char="•"/>
              <a:defRPr/>
            </a:lvl3pPr>
            <a:lvl4pPr indent="-342900" lvl="3" marL="1828800" algn="l">
              <a:lnSpc>
                <a:spcPct val="90000"/>
              </a:lnSpc>
              <a:spcBef>
                <a:spcPts val="750"/>
              </a:spcBef>
              <a:spcAft>
                <a:spcPts val="0"/>
              </a:spcAft>
              <a:buClr>
                <a:schemeClr val="dk1"/>
              </a:buClr>
              <a:buSzPts val="1800"/>
              <a:buChar char="•"/>
              <a:defRPr/>
            </a:lvl4pPr>
            <a:lvl5pPr indent="-342900" lvl="4" marL="2286000" algn="l">
              <a:lnSpc>
                <a:spcPct val="90000"/>
              </a:lnSpc>
              <a:spcBef>
                <a:spcPts val="750"/>
              </a:spcBef>
              <a:spcAft>
                <a:spcPts val="0"/>
              </a:spcAft>
              <a:buClr>
                <a:schemeClr val="dk1"/>
              </a:buClr>
              <a:buSzPts val="1800"/>
              <a:buChar char="•"/>
              <a:defRPr/>
            </a:lvl5pPr>
            <a:lvl6pPr indent="-342900" lvl="5" marL="2743200" algn="l">
              <a:lnSpc>
                <a:spcPct val="90000"/>
              </a:lnSpc>
              <a:spcBef>
                <a:spcPts val="750"/>
              </a:spcBef>
              <a:spcAft>
                <a:spcPts val="0"/>
              </a:spcAft>
              <a:buClr>
                <a:schemeClr val="dk1"/>
              </a:buClr>
              <a:buSzPts val="1800"/>
              <a:buChar char="•"/>
              <a:defRPr/>
            </a:lvl6pPr>
            <a:lvl7pPr indent="-342900" lvl="6" marL="3200400" algn="l">
              <a:lnSpc>
                <a:spcPct val="90000"/>
              </a:lnSpc>
              <a:spcBef>
                <a:spcPts val="750"/>
              </a:spcBef>
              <a:spcAft>
                <a:spcPts val="0"/>
              </a:spcAft>
              <a:buClr>
                <a:schemeClr val="dk1"/>
              </a:buClr>
              <a:buSzPts val="1800"/>
              <a:buChar char="•"/>
              <a:defRPr/>
            </a:lvl7pPr>
            <a:lvl8pPr indent="-342900" lvl="7" marL="3657600" algn="l">
              <a:lnSpc>
                <a:spcPct val="90000"/>
              </a:lnSpc>
              <a:spcBef>
                <a:spcPts val="750"/>
              </a:spcBef>
              <a:spcAft>
                <a:spcPts val="0"/>
              </a:spcAft>
              <a:buClr>
                <a:schemeClr val="dk1"/>
              </a:buClr>
              <a:buSzPts val="1800"/>
              <a:buChar char="•"/>
              <a:defRPr/>
            </a:lvl8pPr>
            <a:lvl9pPr indent="-342900" lvl="8" marL="4114800" algn="l">
              <a:lnSpc>
                <a:spcPct val="90000"/>
              </a:lnSpc>
              <a:spcBef>
                <a:spcPts val="750"/>
              </a:spcBef>
              <a:spcAft>
                <a:spcPts val="0"/>
              </a:spcAft>
              <a:buClr>
                <a:schemeClr val="dk1"/>
              </a:buClr>
              <a:buSzPts val="1800"/>
              <a:buChar char="•"/>
              <a:defRPr/>
            </a:lvl9pPr>
          </a:lstStyle>
          <a:p/>
        </p:txBody>
      </p:sp>
      <p:sp>
        <p:nvSpPr>
          <p:cNvPr id="31" name="Google Shape;31;p25"/>
          <p:cNvSpPr txBox="1"/>
          <p:nvPr>
            <p:ph idx="10" type="dt"/>
          </p:nvPr>
        </p:nvSpPr>
        <p:spPr>
          <a:xfrm>
            <a:off x="1257300" y="9534526"/>
            <a:ext cx="4114800" cy="547688"/>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757575"/>
              </a:buClr>
              <a:buSzPts val="1400"/>
              <a:buFont typeface="Arial"/>
              <a:buNone/>
              <a:defRPr/>
            </a:lvl1pPr>
            <a:lvl2pPr lvl="1" algn="l">
              <a:lnSpc>
                <a:spcPct val="100000"/>
              </a:lnSpc>
              <a:spcBef>
                <a:spcPts val="0"/>
              </a:spcBef>
              <a:spcAft>
                <a:spcPts val="0"/>
              </a:spcAft>
              <a:buClr>
                <a:schemeClr val="dk1"/>
              </a:buClr>
              <a:buSzPts val="1400"/>
              <a:buFont typeface="Arial"/>
              <a:buNone/>
              <a:defRPr/>
            </a:lvl2pPr>
            <a:lvl3pPr lvl="2" algn="l">
              <a:lnSpc>
                <a:spcPct val="100000"/>
              </a:lnSpc>
              <a:spcBef>
                <a:spcPts val="0"/>
              </a:spcBef>
              <a:spcAft>
                <a:spcPts val="0"/>
              </a:spcAft>
              <a:buClr>
                <a:schemeClr val="dk1"/>
              </a:buClr>
              <a:buSzPts val="1400"/>
              <a:buFont typeface="Arial"/>
              <a:buNone/>
              <a:defRPr/>
            </a:lvl3pPr>
            <a:lvl4pPr lvl="3" algn="l">
              <a:lnSpc>
                <a:spcPct val="100000"/>
              </a:lnSpc>
              <a:spcBef>
                <a:spcPts val="0"/>
              </a:spcBef>
              <a:spcAft>
                <a:spcPts val="0"/>
              </a:spcAft>
              <a:buClr>
                <a:schemeClr val="dk1"/>
              </a:buClr>
              <a:buSzPts val="1400"/>
              <a:buFont typeface="Arial"/>
              <a:buNone/>
              <a:defRPr/>
            </a:lvl4pPr>
            <a:lvl5pPr lvl="4" algn="l">
              <a:lnSpc>
                <a:spcPct val="100000"/>
              </a:lnSpc>
              <a:spcBef>
                <a:spcPts val="0"/>
              </a:spcBef>
              <a:spcAft>
                <a:spcPts val="0"/>
              </a:spcAft>
              <a:buClr>
                <a:schemeClr val="dk1"/>
              </a:buClr>
              <a:buSzPts val="1400"/>
              <a:buFont typeface="Arial"/>
              <a:buNone/>
              <a:defRPr/>
            </a:lvl5pPr>
            <a:lvl6pPr lvl="5" algn="l">
              <a:lnSpc>
                <a:spcPct val="100000"/>
              </a:lnSpc>
              <a:spcBef>
                <a:spcPts val="0"/>
              </a:spcBef>
              <a:spcAft>
                <a:spcPts val="0"/>
              </a:spcAft>
              <a:buClr>
                <a:schemeClr val="dk1"/>
              </a:buClr>
              <a:buSzPts val="1400"/>
              <a:buFont typeface="Arial"/>
              <a:buNone/>
              <a:defRPr/>
            </a:lvl6pPr>
            <a:lvl7pPr lvl="6" algn="l">
              <a:lnSpc>
                <a:spcPct val="100000"/>
              </a:lnSpc>
              <a:spcBef>
                <a:spcPts val="0"/>
              </a:spcBef>
              <a:spcAft>
                <a:spcPts val="0"/>
              </a:spcAft>
              <a:buClr>
                <a:schemeClr val="dk1"/>
              </a:buClr>
              <a:buSzPts val="1400"/>
              <a:buFont typeface="Arial"/>
              <a:buNone/>
              <a:defRPr/>
            </a:lvl7pPr>
            <a:lvl8pPr lvl="7" algn="l">
              <a:lnSpc>
                <a:spcPct val="100000"/>
              </a:lnSpc>
              <a:spcBef>
                <a:spcPts val="0"/>
              </a:spcBef>
              <a:spcAft>
                <a:spcPts val="0"/>
              </a:spcAft>
              <a:buClr>
                <a:schemeClr val="dk1"/>
              </a:buClr>
              <a:buSzPts val="1400"/>
              <a:buFont typeface="Arial"/>
              <a:buNone/>
              <a:defRPr/>
            </a:lvl8pPr>
            <a:lvl9pPr lvl="8" algn="l">
              <a:lnSpc>
                <a:spcPct val="100000"/>
              </a:lnSpc>
              <a:spcBef>
                <a:spcPts val="0"/>
              </a:spcBef>
              <a:spcAft>
                <a:spcPts val="0"/>
              </a:spcAft>
              <a:buClr>
                <a:schemeClr val="dk1"/>
              </a:buClr>
              <a:buSzPts val="1400"/>
              <a:buFont typeface="Arial"/>
              <a:buNone/>
              <a:defRPr/>
            </a:lvl9pPr>
          </a:lstStyle>
          <a:p/>
        </p:txBody>
      </p:sp>
      <p:sp>
        <p:nvSpPr>
          <p:cNvPr id="32" name="Google Shape;32;p25"/>
          <p:cNvSpPr txBox="1"/>
          <p:nvPr>
            <p:ph idx="11" type="ftr"/>
          </p:nvPr>
        </p:nvSpPr>
        <p:spPr>
          <a:xfrm>
            <a:off x="6057900" y="9534526"/>
            <a:ext cx="6172200" cy="547688"/>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757575"/>
              </a:buClr>
              <a:buSzPts val="1400"/>
              <a:buFont typeface="Arial"/>
              <a:buNone/>
              <a:defRPr/>
            </a:lvl1pPr>
            <a:lvl2pPr lvl="1" algn="l">
              <a:lnSpc>
                <a:spcPct val="100000"/>
              </a:lnSpc>
              <a:spcBef>
                <a:spcPts val="0"/>
              </a:spcBef>
              <a:spcAft>
                <a:spcPts val="0"/>
              </a:spcAft>
              <a:buClr>
                <a:schemeClr val="dk1"/>
              </a:buClr>
              <a:buSzPts val="1400"/>
              <a:buFont typeface="Arial"/>
              <a:buNone/>
              <a:defRPr/>
            </a:lvl2pPr>
            <a:lvl3pPr lvl="2" algn="l">
              <a:lnSpc>
                <a:spcPct val="100000"/>
              </a:lnSpc>
              <a:spcBef>
                <a:spcPts val="0"/>
              </a:spcBef>
              <a:spcAft>
                <a:spcPts val="0"/>
              </a:spcAft>
              <a:buClr>
                <a:schemeClr val="dk1"/>
              </a:buClr>
              <a:buSzPts val="1400"/>
              <a:buFont typeface="Arial"/>
              <a:buNone/>
              <a:defRPr/>
            </a:lvl3pPr>
            <a:lvl4pPr lvl="3" algn="l">
              <a:lnSpc>
                <a:spcPct val="100000"/>
              </a:lnSpc>
              <a:spcBef>
                <a:spcPts val="0"/>
              </a:spcBef>
              <a:spcAft>
                <a:spcPts val="0"/>
              </a:spcAft>
              <a:buClr>
                <a:schemeClr val="dk1"/>
              </a:buClr>
              <a:buSzPts val="1400"/>
              <a:buFont typeface="Arial"/>
              <a:buNone/>
              <a:defRPr/>
            </a:lvl4pPr>
            <a:lvl5pPr lvl="4" algn="l">
              <a:lnSpc>
                <a:spcPct val="100000"/>
              </a:lnSpc>
              <a:spcBef>
                <a:spcPts val="0"/>
              </a:spcBef>
              <a:spcAft>
                <a:spcPts val="0"/>
              </a:spcAft>
              <a:buClr>
                <a:schemeClr val="dk1"/>
              </a:buClr>
              <a:buSzPts val="1400"/>
              <a:buFont typeface="Arial"/>
              <a:buNone/>
              <a:defRPr/>
            </a:lvl5pPr>
            <a:lvl6pPr lvl="5" algn="l">
              <a:lnSpc>
                <a:spcPct val="100000"/>
              </a:lnSpc>
              <a:spcBef>
                <a:spcPts val="0"/>
              </a:spcBef>
              <a:spcAft>
                <a:spcPts val="0"/>
              </a:spcAft>
              <a:buClr>
                <a:schemeClr val="dk1"/>
              </a:buClr>
              <a:buSzPts val="1400"/>
              <a:buFont typeface="Arial"/>
              <a:buNone/>
              <a:defRPr/>
            </a:lvl6pPr>
            <a:lvl7pPr lvl="6" algn="l">
              <a:lnSpc>
                <a:spcPct val="100000"/>
              </a:lnSpc>
              <a:spcBef>
                <a:spcPts val="0"/>
              </a:spcBef>
              <a:spcAft>
                <a:spcPts val="0"/>
              </a:spcAft>
              <a:buClr>
                <a:schemeClr val="dk1"/>
              </a:buClr>
              <a:buSzPts val="1400"/>
              <a:buFont typeface="Arial"/>
              <a:buNone/>
              <a:defRPr/>
            </a:lvl7pPr>
            <a:lvl8pPr lvl="7" algn="l">
              <a:lnSpc>
                <a:spcPct val="100000"/>
              </a:lnSpc>
              <a:spcBef>
                <a:spcPts val="0"/>
              </a:spcBef>
              <a:spcAft>
                <a:spcPts val="0"/>
              </a:spcAft>
              <a:buClr>
                <a:schemeClr val="dk1"/>
              </a:buClr>
              <a:buSzPts val="1400"/>
              <a:buFont typeface="Arial"/>
              <a:buNone/>
              <a:defRPr/>
            </a:lvl8pPr>
            <a:lvl9pPr lvl="8" algn="l">
              <a:lnSpc>
                <a:spcPct val="100000"/>
              </a:lnSpc>
              <a:spcBef>
                <a:spcPts val="0"/>
              </a:spcBef>
              <a:spcAft>
                <a:spcPts val="0"/>
              </a:spcAft>
              <a:buClr>
                <a:schemeClr val="dk1"/>
              </a:buClr>
              <a:buSzPts val="1400"/>
              <a:buFont typeface="Arial"/>
              <a:buNone/>
              <a:defRPr/>
            </a:lvl9pPr>
          </a:lstStyle>
          <a:p/>
        </p:txBody>
      </p:sp>
      <p:sp>
        <p:nvSpPr>
          <p:cNvPr id="33" name="Google Shape;33;p25"/>
          <p:cNvSpPr txBox="1"/>
          <p:nvPr>
            <p:ph idx="12" type="sldNum"/>
          </p:nvPr>
        </p:nvSpPr>
        <p:spPr>
          <a:xfrm>
            <a:off x="12915900" y="9534526"/>
            <a:ext cx="4114800" cy="547688"/>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4" name="Shape 34"/>
        <p:cNvGrpSpPr/>
        <p:nvPr/>
      </p:nvGrpSpPr>
      <p:grpSpPr>
        <a:xfrm>
          <a:off x="0" y="0"/>
          <a:ext cx="0" cy="0"/>
          <a:chOff x="0" y="0"/>
          <a:chExt cx="0" cy="0"/>
        </a:xfrm>
      </p:grpSpPr>
      <p:sp>
        <p:nvSpPr>
          <p:cNvPr id="35" name="Google Shape;35;p26"/>
          <p:cNvSpPr txBox="1"/>
          <p:nvPr>
            <p:ph type="title"/>
          </p:nvPr>
        </p:nvSpPr>
        <p:spPr>
          <a:xfrm>
            <a:off x="1247775" y="2564608"/>
            <a:ext cx="15773400" cy="4279106"/>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Play"/>
              <a:buNone/>
              <a:defRPr sz="9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26"/>
          <p:cNvSpPr txBox="1"/>
          <p:nvPr>
            <p:ph idx="1" type="body"/>
          </p:nvPr>
        </p:nvSpPr>
        <p:spPr>
          <a:xfrm>
            <a:off x="1247775" y="6884195"/>
            <a:ext cx="15773400" cy="225028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500"/>
              </a:spcBef>
              <a:spcAft>
                <a:spcPts val="0"/>
              </a:spcAft>
              <a:buClr>
                <a:srgbClr val="757575"/>
              </a:buClr>
              <a:buSzPts val="2400"/>
              <a:buNone/>
              <a:defRPr sz="3600">
                <a:solidFill>
                  <a:srgbClr val="757575"/>
                </a:solidFill>
              </a:defRPr>
            </a:lvl1pPr>
            <a:lvl2pPr indent="-228600" lvl="1" marL="914400" algn="l">
              <a:lnSpc>
                <a:spcPct val="90000"/>
              </a:lnSpc>
              <a:spcBef>
                <a:spcPts val="750"/>
              </a:spcBef>
              <a:spcAft>
                <a:spcPts val="0"/>
              </a:spcAft>
              <a:buClr>
                <a:srgbClr val="757575"/>
              </a:buClr>
              <a:buSzPts val="2000"/>
              <a:buNone/>
              <a:defRPr sz="3000">
                <a:solidFill>
                  <a:srgbClr val="757575"/>
                </a:solidFill>
              </a:defRPr>
            </a:lvl2pPr>
            <a:lvl3pPr indent="-228600" lvl="2" marL="1371600" algn="l">
              <a:lnSpc>
                <a:spcPct val="90000"/>
              </a:lnSpc>
              <a:spcBef>
                <a:spcPts val="750"/>
              </a:spcBef>
              <a:spcAft>
                <a:spcPts val="0"/>
              </a:spcAft>
              <a:buClr>
                <a:srgbClr val="757575"/>
              </a:buClr>
              <a:buSzPts val="1800"/>
              <a:buNone/>
              <a:defRPr sz="2700">
                <a:solidFill>
                  <a:srgbClr val="757575"/>
                </a:solidFill>
              </a:defRPr>
            </a:lvl3pPr>
            <a:lvl4pPr indent="-228600" lvl="3" marL="1828800" algn="l">
              <a:lnSpc>
                <a:spcPct val="90000"/>
              </a:lnSpc>
              <a:spcBef>
                <a:spcPts val="750"/>
              </a:spcBef>
              <a:spcAft>
                <a:spcPts val="0"/>
              </a:spcAft>
              <a:buClr>
                <a:srgbClr val="757575"/>
              </a:buClr>
              <a:buSzPts val="1600"/>
              <a:buNone/>
              <a:defRPr sz="2400">
                <a:solidFill>
                  <a:srgbClr val="757575"/>
                </a:solidFill>
              </a:defRPr>
            </a:lvl4pPr>
            <a:lvl5pPr indent="-228600" lvl="4" marL="2286000" algn="l">
              <a:lnSpc>
                <a:spcPct val="90000"/>
              </a:lnSpc>
              <a:spcBef>
                <a:spcPts val="750"/>
              </a:spcBef>
              <a:spcAft>
                <a:spcPts val="0"/>
              </a:spcAft>
              <a:buClr>
                <a:srgbClr val="757575"/>
              </a:buClr>
              <a:buSzPts val="1600"/>
              <a:buNone/>
              <a:defRPr sz="2400">
                <a:solidFill>
                  <a:srgbClr val="757575"/>
                </a:solidFill>
              </a:defRPr>
            </a:lvl5pPr>
            <a:lvl6pPr indent="-228600" lvl="5" marL="2743200" algn="l">
              <a:lnSpc>
                <a:spcPct val="90000"/>
              </a:lnSpc>
              <a:spcBef>
                <a:spcPts val="750"/>
              </a:spcBef>
              <a:spcAft>
                <a:spcPts val="0"/>
              </a:spcAft>
              <a:buClr>
                <a:srgbClr val="757575"/>
              </a:buClr>
              <a:buSzPts val="1600"/>
              <a:buNone/>
              <a:defRPr sz="2400">
                <a:solidFill>
                  <a:srgbClr val="757575"/>
                </a:solidFill>
              </a:defRPr>
            </a:lvl6pPr>
            <a:lvl7pPr indent="-228600" lvl="6" marL="3200400" algn="l">
              <a:lnSpc>
                <a:spcPct val="90000"/>
              </a:lnSpc>
              <a:spcBef>
                <a:spcPts val="750"/>
              </a:spcBef>
              <a:spcAft>
                <a:spcPts val="0"/>
              </a:spcAft>
              <a:buClr>
                <a:srgbClr val="757575"/>
              </a:buClr>
              <a:buSzPts val="1600"/>
              <a:buNone/>
              <a:defRPr sz="2400">
                <a:solidFill>
                  <a:srgbClr val="757575"/>
                </a:solidFill>
              </a:defRPr>
            </a:lvl7pPr>
            <a:lvl8pPr indent="-228600" lvl="7" marL="3657600" algn="l">
              <a:lnSpc>
                <a:spcPct val="90000"/>
              </a:lnSpc>
              <a:spcBef>
                <a:spcPts val="750"/>
              </a:spcBef>
              <a:spcAft>
                <a:spcPts val="0"/>
              </a:spcAft>
              <a:buClr>
                <a:srgbClr val="757575"/>
              </a:buClr>
              <a:buSzPts val="1600"/>
              <a:buNone/>
              <a:defRPr sz="2400">
                <a:solidFill>
                  <a:srgbClr val="757575"/>
                </a:solidFill>
              </a:defRPr>
            </a:lvl8pPr>
            <a:lvl9pPr indent="-228600" lvl="8" marL="4114800" algn="l">
              <a:lnSpc>
                <a:spcPct val="90000"/>
              </a:lnSpc>
              <a:spcBef>
                <a:spcPts val="750"/>
              </a:spcBef>
              <a:spcAft>
                <a:spcPts val="0"/>
              </a:spcAft>
              <a:buClr>
                <a:srgbClr val="757575"/>
              </a:buClr>
              <a:buSzPts val="1600"/>
              <a:buNone/>
              <a:defRPr sz="2400">
                <a:solidFill>
                  <a:srgbClr val="757575"/>
                </a:solidFill>
              </a:defRPr>
            </a:lvl9pPr>
          </a:lstStyle>
          <a:p/>
        </p:txBody>
      </p:sp>
      <p:sp>
        <p:nvSpPr>
          <p:cNvPr id="37" name="Google Shape;37;p26"/>
          <p:cNvSpPr txBox="1"/>
          <p:nvPr>
            <p:ph idx="10" type="dt"/>
          </p:nvPr>
        </p:nvSpPr>
        <p:spPr>
          <a:xfrm>
            <a:off x="1257300" y="9534526"/>
            <a:ext cx="4114800" cy="547688"/>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757575"/>
              </a:buClr>
              <a:buSzPts val="1400"/>
              <a:buFont typeface="Arial"/>
              <a:buNone/>
              <a:defRPr/>
            </a:lvl1pPr>
            <a:lvl2pPr lvl="1" algn="l">
              <a:lnSpc>
                <a:spcPct val="100000"/>
              </a:lnSpc>
              <a:spcBef>
                <a:spcPts val="0"/>
              </a:spcBef>
              <a:spcAft>
                <a:spcPts val="0"/>
              </a:spcAft>
              <a:buClr>
                <a:schemeClr val="dk1"/>
              </a:buClr>
              <a:buSzPts val="1400"/>
              <a:buFont typeface="Arial"/>
              <a:buNone/>
              <a:defRPr/>
            </a:lvl2pPr>
            <a:lvl3pPr lvl="2" algn="l">
              <a:lnSpc>
                <a:spcPct val="100000"/>
              </a:lnSpc>
              <a:spcBef>
                <a:spcPts val="0"/>
              </a:spcBef>
              <a:spcAft>
                <a:spcPts val="0"/>
              </a:spcAft>
              <a:buClr>
                <a:schemeClr val="dk1"/>
              </a:buClr>
              <a:buSzPts val="1400"/>
              <a:buFont typeface="Arial"/>
              <a:buNone/>
              <a:defRPr/>
            </a:lvl3pPr>
            <a:lvl4pPr lvl="3" algn="l">
              <a:lnSpc>
                <a:spcPct val="100000"/>
              </a:lnSpc>
              <a:spcBef>
                <a:spcPts val="0"/>
              </a:spcBef>
              <a:spcAft>
                <a:spcPts val="0"/>
              </a:spcAft>
              <a:buClr>
                <a:schemeClr val="dk1"/>
              </a:buClr>
              <a:buSzPts val="1400"/>
              <a:buFont typeface="Arial"/>
              <a:buNone/>
              <a:defRPr/>
            </a:lvl4pPr>
            <a:lvl5pPr lvl="4" algn="l">
              <a:lnSpc>
                <a:spcPct val="100000"/>
              </a:lnSpc>
              <a:spcBef>
                <a:spcPts val="0"/>
              </a:spcBef>
              <a:spcAft>
                <a:spcPts val="0"/>
              </a:spcAft>
              <a:buClr>
                <a:schemeClr val="dk1"/>
              </a:buClr>
              <a:buSzPts val="1400"/>
              <a:buFont typeface="Arial"/>
              <a:buNone/>
              <a:defRPr/>
            </a:lvl5pPr>
            <a:lvl6pPr lvl="5" algn="l">
              <a:lnSpc>
                <a:spcPct val="100000"/>
              </a:lnSpc>
              <a:spcBef>
                <a:spcPts val="0"/>
              </a:spcBef>
              <a:spcAft>
                <a:spcPts val="0"/>
              </a:spcAft>
              <a:buClr>
                <a:schemeClr val="dk1"/>
              </a:buClr>
              <a:buSzPts val="1400"/>
              <a:buFont typeface="Arial"/>
              <a:buNone/>
              <a:defRPr/>
            </a:lvl6pPr>
            <a:lvl7pPr lvl="6" algn="l">
              <a:lnSpc>
                <a:spcPct val="100000"/>
              </a:lnSpc>
              <a:spcBef>
                <a:spcPts val="0"/>
              </a:spcBef>
              <a:spcAft>
                <a:spcPts val="0"/>
              </a:spcAft>
              <a:buClr>
                <a:schemeClr val="dk1"/>
              </a:buClr>
              <a:buSzPts val="1400"/>
              <a:buFont typeface="Arial"/>
              <a:buNone/>
              <a:defRPr/>
            </a:lvl7pPr>
            <a:lvl8pPr lvl="7" algn="l">
              <a:lnSpc>
                <a:spcPct val="100000"/>
              </a:lnSpc>
              <a:spcBef>
                <a:spcPts val="0"/>
              </a:spcBef>
              <a:spcAft>
                <a:spcPts val="0"/>
              </a:spcAft>
              <a:buClr>
                <a:schemeClr val="dk1"/>
              </a:buClr>
              <a:buSzPts val="1400"/>
              <a:buFont typeface="Arial"/>
              <a:buNone/>
              <a:defRPr/>
            </a:lvl8pPr>
            <a:lvl9pPr lvl="8" algn="l">
              <a:lnSpc>
                <a:spcPct val="100000"/>
              </a:lnSpc>
              <a:spcBef>
                <a:spcPts val="0"/>
              </a:spcBef>
              <a:spcAft>
                <a:spcPts val="0"/>
              </a:spcAft>
              <a:buClr>
                <a:schemeClr val="dk1"/>
              </a:buClr>
              <a:buSzPts val="1400"/>
              <a:buFont typeface="Arial"/>
              <a:buNone/>
              <a:defRPr/>
            </a:lvl9pPr>
          </a:lstStyle>
          <a:p/>
        </p:txBody>
      </p:sp>
      <p:sp>
        <p:nvSpPr>
          <p:cNvPr id="38" name="Google Shape;38;p26"/>
          <p:cNvSpPr txBox="1"/>
          <p:nvPr>
            <p:ph idx="11" type="ftr"/>
          </p:nvPr>
        </p:nvSpPr>
        <p:spPr>
          <a:xfrm>
            <a:off x="6057900" y="9534526"/>
            <a:ext cx="6172200" cy="547688"/>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757575"/>
              </a:buClr>
              <a:buSzPts val="1400"/>
              <a:buFont typeface="Arial"/>
              <a:buNone/>
              <a:defRPr/>
            </a:lvl1pPr>
            <a:lvl2pPr lvl="1" algn="l">
              <a:lnSpc>
                <a:spcPct val="100000"/>
              </a:lnSpc>
              <a:spcBef>
                <a:spcPts val="0"/>
              </a:spcBef>
              <a:spcAft>
                <a:spcPts val="0"/>
              </a:spcAft>
              <a:buClr>
                <a:schemeClr val="dk1"/>
              </a:buClr>
              <a:buSzPts val="1400"/>
              <a:buFont typeface="Arial"/>
              <a:buNone/>
              <a:defRPr/>
            </a:lvl2pPr>
            <a:lvl3pPr lvl="2" algn="l">
              <a:lnSpc>
                <a:spcPct val="100000"/>
              </a:lnSpc>
              <a:spcBef>
                <a:spcPts val="0"/>
              </a:spcBef>
              <a:spcAft>
                <a:spcPts val="0"/>
              </a:spcAft>
              <a:buClr>
                <a:schemeClr val="dk1"/>
              </a:buClr>
              <a:buSzPts val="1400"/>
              <a:buFont typeface="Arial"/>
              <a:buNone/>
              <a:defRPr/>
            </a:lvl3pPr>
            <a:lvl4pPr lvl="3" algn="l">
              <a:lnSpc>
                <a:spcPct val="100000"/>
              </a:lnSpc>
              <a:spcBef>
                <a:spcPts val="0"/>
              </a:spcBef>
              <a:spcAft>
                <a:spcPts val="0"/>
              </a:spcAft>
              <a:buClr>
                <a:schemeClr val="dk1"/>
              </a:buClr>
              <a:buSzPts val="1400"/>
              <a:buFont typeface="Arial"/>
              <a:buNone/>
              <a:defRPr/>
            </a:lvl4pPr>
            <a:lvl5pPr lvl="4" algn="l">
              <a:lnSpc>
                <a:spcPct val="100000"/>
              </a:lnSpc>
              <a:spcBef>
                <a:spcPts val="0"/>
              </a:spcBef>
              <a:spcAft>
                <a:spcPts val="0"/>
              </a:spcAft>
              <a:buClr>
                <a:schemeClr val="dk1"/>
              </a:buClr>
              <a:buSzPts val="1400"/>
              <a:buFont typeface="Arial"/>
              <a:buNone/>
              <a:defRPr/>
            </a:lvl5pPr>
            <a:lvl6pPr lvl="5" algn="l">
              <a:lnSpc>
                <a:spcPct val="100000"/>
              </a:lnSpc>
              <a:spcBef>
                <a:spcPts val="0"/>
              </a:spcBef>
              <a:spcAft>
                <a:spcPts val="0"/>
              </a:spcAft>
              <a:buClr>
                <a:schemeClr val="dk1"/>
              </a:buClr>
              <a:buSzPts val="1400"/>
              <a:buFont typeface="Arial"/>
              <a:buNone/>
              <a:defRPr/>
            </a:lvl6pPr>
            <a:lvl7pPr lvl="6" algn="l">
              <a:lnSpc>
                <a:spcPct val="100000"/>
              </a:lnSpc>
              <a:spcBef>
                <a:spcPts val="0"/>
              </a:spcBef>
              <a:spcAft>
                <a:spcPts val="0"/>
              </a:spcAft>
              <a:buClr>
                <a:schemeClr val="dk1"/>
              </a:buClr>
              <a:buSzPts val="1400"/>
              <a:buFont typeface="Arial"/>
              <a:buNone/>
              <a:defRPr/>
            </a:lvl7pPr>
            <a:lvl8pPr lvl="7" algn="l">
              <a:lnSpc>
                <a:spcPct val="100000"/>
              </a:lnSpc>
              <a:spcBef>
                <a:spcPts val="0"/>
              </a:spcBef>
              <a:spcAft>
                <a:spcPts val="0"/>
              </a:spcAft>
              <a:buClr>
                <a:schemeClr val="dk1"/>
              </a:buClr>
              <a:buSzPts val="1400"/>
              <a:buFont typeface="Arial"/>
              <a:buNone/>
              <a:defRPr/>
            </a:lvl8pPr>
            <a:lvl9pPr lvl="8" algn="l">
              <a:lnSpc>
                <a:spcPct val="100000"/>
              </a:lnSpc>
              <a:spcBef>
                <a:spcPts val="0"/>
              </a:spcBef>
              <a:spcAft>
                <a:spcPts val="0"/>
              </a:spcAft>
              <a:buClr>
                <a:schemeClr val="dk1"/>
              </a:buClr>
              <a:buSzPts val="1400"/>
              <a:buFont typeface="Arial"/>
              <a:buNone/>
              <a:defRPr/>
            </a:lvl9pPr>
          </a:lstStyle>
          <a:p/>
        </p:txBody>
      </p:sp>
      <p:sp>
        <p:nvSpPr>
          <p:cNvPr id="39" name="Google Shape;39;p26"/>
          <p:cNvSpPr txBox="1"/>
          <p:nvPr>
            <p:ph idx="12" type="sldNum"/>
          </p:nvPr>
        </p:nvSpPr>
        <p:spPr>
          <a:xfrm>
            <a:off x="12915900" y="9534526"/>
            <a:ext cx="4114800" cy="547688"/>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0" name="Shape 40"/>
        <p:cNvGrpSpPr/>
        <p:nvPr/>
      </p:nvGrpSpPr>
      <p:grpSpPr>
        <a:xfrm>
          <a:off x="0" y="0"/>
          <a:ext cx="0" cy="0"/>
          <a:chOff x="0" y="0"/>
          <a:chExt cx="0" cy="0"/>
        </a:xfrm>
      </p:grpSpPr>
      <p:sp>
        <p:nvSpPr>
          <p:cNvPr id="41" name="Google Shape;41;p27"/>
          <p:cNvSpPr txBox="1"/>
          <p:nvPr>
            <p:ph type="title"/>
          </p:nvPr>
        </p:nvSpPr>
        <p:spPr>
          <a:xfrm>
            <a:off x="1257300" y="547688"/>
            <a:ext cx="15773400" cy="198834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7"/>
          <p:cNvSpPr txBox="1"/>
          <p:nvPr>
            <p:ph idx="1" type="body"/>
          </p:nvPr>
        </p:nvSpPr>
        <p:spPr>
          <a:xfrm>
            <a:off x="1257300" y="2738438"/>
            <a:ext cx="7772400" cy="6527007"/>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500"/>
              </a:spcBef>
              <a:spcAft>
                <a:spcPts val="0"/>
              </a:spcAft>
              <a:buClr>
                <a:schemeClr val="dk1"/>
              </a:buClr>
              <a:buSzPts val="1800"/>
              <a:buChar char="•"/>
              <a:defRPr/>
            </a:lvl1pPr>
            <a:lvl2pPr indent="-342900" lvl="1" marL="914400" algn="l">
              <a:lnSpc>
                <a:spcPct val="90000"/>
              </a:lnSpc>
              <a:spcBef>
                <a:spcPts val="750"/>
              </a:spcBef>
              <a:spcAft>
                <a:spcPts val="0"/>
              </a:spcAft>
              <a:buClr>
                <a:schemeClr val="dk1"/>
              </a:buClr>
              <a:buSzPts val="1800"/>
              <a:buChar char="•"/>
              <a:defRPr/>
            </a:lvl2pPr>
            <a:lvl3pPr indent="-342900" lvl="2" marL="1371600" algn="l">
              <a:lnSpc>
                <a:spcPct val="90000"/>
              </a:lnSpc>
              <a:spcBef>
                <a:spcPts val="750"/>
              </a:spcBef>
              <a:spcAft>
                <a:spcPts val="0"/>
              </a:spcAft>
              <a:buClr>
                <a:schemeClr val="dk1"/>
              </a:buClr>
              <a:buSzPts val="1800"/>
              <a:buChar char="•"/>
              <a:defRPr/>
            </a:lvl3pPr>
            <a:lvl4pPr indent="-342900" lvl="3" marL="1828800" algn="l">
              <a:lnSpc>
                <a:spcPct val="90000"/>
              </a:lnSpc>
              <a:spcBef>
                <a:spcPts val="750"/>
              </a:spcBef>
              <a:spcAft>
                <a:spcPts val="0"/>
              </a:spcAft>
              <a:buClr>
                <a:schemeClr val="dk1"/>
              </a:buClr>
              <a:buSzPts val="1800"/>
              <a:buChar char="•"/>
              <a:defRPr/>
            </a:lvl4pPr>
            <a:lvl5pPr indent="-342900" lvl="4" marL="2286000" algn="l">
              <a:lnSpc>
                <a:spcPct val="90000"/>
              </a:lnSpc>
              <a:spcBef>
                <a:spcPts val="750"/>
              </a:spcBef>
              <a:spcAft>
                <a:spcPts val="0"/>
              </a:spcAft>
              <a:buClr>
                <a:schemeClr val="dk1"/>
              </a:buClr>
              <a:buSzPts val="1800"/>
              <a:buChar char="•"/>
              <a:defRPr/>
            </a:lvl5pPr>
            <a:lvl6pPr indent="-342900" lvl="5" marL="2743200" algn="l">
              <a:lnSpc>
                <a:spcPct val="90000"/>
              </a:lnSpc>
              <a:spcBef>
                <a:spcPts val="750"/>
              </a:spcBef>
              <a:spcAft>
                <a:spcPts val="0"/>
              </a:spcAft>
              <a:buClr>
                <a:schemeClr val="dk1"/>
              </a:buClr>
              <a:buSzPts val="1800"/>
              <a:buChar char="•"/>
              <a:defRPr/>
            </a:lvl6pPr>
            <a:lvl7pPr indent="-342900" lvl="6" marL="3200400" algn="l">
              <a:lnSpc>
                <a:spcPct val="90000"/>
              </a:lnSpc>
              <a:spcBef>
                <a:spcPts val="750"/>
              </a:spcBef>
              <a:spcAft>
                <a:spcPts val="0"/>
              </a:spcAft>
              <a:buClr>
                <a:schemeClr val="dk1"/>
              </a:buClr>
              <a:buSzPts val="1800"/>
              <a:buChar char="•"/>
              <a:defRPr/>
            </a:lvl7pPr>
            <a:lvl8pPr indent="-342900" lvl="7" marL="3657600" algn="l">
              <a:lnSpc>
                <a:spcPct val="90000"/>
              </a:lnSpc>
              <a:spcBef>
                <a:spcPts val="750"/>
              </a:spcBef>
              <a:spcAft>
                <a:spcPts val="0"/>
              </a:spcAft>
              <a:buClr>
                <a:schemeClr val="dk1"/>
              </a:buClr>
              <a:buSzPts val="1800"/>
              <a:buChar char="•"/>
              <a:defRPr/>
            </a:lvl8pPr>
            <a:lvl9pPr indent="-342900" lvl="8" marL="4114800" algn="l">
              <a:lnSpc>
                <a:spcPct val="90000"/>
              </a:lnSpc>
              <a:spcBef>
                <a:spcPts val="750"/>
              </a:spcBef>
              <a:spcAft>
                <a:spcPts val="0"/>
              </a:spcAft>
              <a:buClr>
                <a:schemeClr val="dk1"/>
              </a:buClr>
              <a:buSzPts val="1800"/>
              <a:buChar char="•"/>
              <a:defRPr/>
            </a:lvl9pPr>
          </a:lstStyle>
          <a:p/>
        </p:txBody>
      </p:sp>
      <p:sp>
        <p:nvSpPr>
          <p:cNvPr id="43" name="Google Shape;43;p27"/>
          <p:cNvSpPr txBox="1"/>
          <p:nvPr>
            <p:ph idx="2" type="body"/>
          </p:nvPr>
        </p:nvSpPr>
        <p:spPr>
          <a:xfrm>
            <a:off x="9258300" y="2738438"/>
            <a:ext cx="7772400" cy="6527007"/>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500"/>
              </a:spcBef>
              <a:spcAft>
                <a:spcPts val="0"/>
              </a:spcAft>
              <a:buClr>
                <a:schemeClr val="dk1"/>
              </a:buClr>
              <a:buSzPts val="1800"/>
              <a:buChar char="•"/>
              <a:defRPr/>
            </a:lvl1pPr>
            <a:lvl2pPr indent="-342900" lvl="1" marL="914400" algn="l">
              <a:lnSpc>
                <a:spcPct val="90000"/>
              </a:lnSpc>
              <a:spcBef>
                <a:spcPts val="750"/>
              </a:spcBef>
              <a:spcAft>
                <a:spcPts val="0"/>
              </a:spcAft>
              <a:buClr>
                <a:schemeClr val="dk1"/>
              </a:buClr>
              <a:buSzPts val="1800"/>
              <a:buChar char="•"/>
              <a:defRPr/>
            </a:lvl2pPr>
            <a:lvl3pPr indent="-342900" lvl="2" marL="1371600" algn="l">
              <a:lnSpc>
                <a:spcPct val="90000"/>
              </a:lnSpc>
              <a:spcBef>
                <a:spcPts val="750"/>
              </a:spcBef>
              <a:spcAft>
                <a:spcPts val="0"/>
              </a:spcAft>
              <a:buClr>
                <a:schemeClr val="dk1"/>
              </a:buClr>
              <a:buSzPts val="1800"/>
              <a:buChar char="•"/>
              <a:defRPr/>
            </a:lvl3pPr>
            <a:lvl4pPr indent="-342900" lvl="3" marL="1828800" algn="l">
              <a:lnSpc>
                <a:spcPct val="90000"/>
              </a:lnSpc>
              <a:spcBef>
                <a:spcPts val="750"/>
              </a:spcBef>
              <a:spcAft>
                <a:spcPts val="0"/>
              </a:spcAft>
              <a:buClr>
                <a:schemeClr val="dk1"/>
              </a:buClr>
              <a:buSzPts val="1800"/>
              <a:buChar char="•"/>
              <a:defRPr/>
            </a:lvl4pPr>
            <a:lvl5pPr indent="-342900" lvl="4" marL="2286000" algn="l">
              <a:lnSpc>
                <a:spcPct val="90000"/>
              </a:lnSpc>
              <a:spcBef>
                <a:spcPts val="750"/>
              </a:spcBef>
              <a:spcAft>
                <a:spcPts val="0"/>
              </a:spcAft>
              <a:buClr>
                <a:schemeClr val="dk1"/>
              </a:buClr>
              <a:buSzPts val="1800"/>
              <a:buChar char="•"/>
              <a:defRPr/>
            </a:lvl5pPr>
            <a:lvl6pPr indent="-342900" lvl="5" marL="2743200" algn="l">
              <a:lnSpc>
                <a:spcPct val="90000"/>
              </a:lnSpc>
              <a:spcBef>
                <a:spcPts val="750"/>
              </a:spcBef>
              <a:spcAft>
                <a:spcPts val="0"/>
              </a:spcAft>
              <a:buClr>
                <a:schemeClr val="dk1"/>
              </a:buClr>
              <a:buSzPts val="1800"/>
              <a:buChar char="•"/>
              <a:defRPr/>
            </a:lvl6pPr>
            <a:lvl7pPr indent="-342900" lvl="6" marL="3200400" algn="l">
              <a:lnSpc>
                <a:spcPct val="90000"/>
              </a:lnSpc>
              <a:spcBef>
                <a:spcPts val="750"/>
              </a:spcBef>
              <a:spcAft>
                <a:spcPts val="0"/>
              </a:spcAft>
              <a:buClr>
                <a:schemeClr val="dk1"/>
              </a:buClr>
              <a:buSzPts val="1800"/>
              <a:buChar char="•"/>
              <a:defRPr/>
            </a:lvl7pPr>
            <a:lvl8pPr indent="-342900" lvl="7" marL="3657600" algn="l">
              <a:lnSpc>
                <a:spcPct val="90000"/>
              </a:lnSpc>
              <a:spcBef>
                <a:spcPts val="750"/>
              </a:spcBef>
              <a:spcAft>
                <a:spcPts val="0"/>
              </a:spcAft>
              <a:buClr>
                <a:schemeClr val="dk1"/>
              </a:buClr>
              <a:buSzPts val="1800"/>
              <a:buChar char="•"/>
              <a:defRPr/>
            </a:lvl8pPr>
            <a:lvl9pPr indent="-342900" lvl="8" marL="4114800" algn="l">
              <a:lnSpc>
                <a:spcPct val="90000"/>
              </a:lnSpc>
              <a:spcBef>
                <a:spcPts val="750"/>
              </a:spcBef>
              <a:spcAft>
                <a:spcPts val="0"/>
              </a:spcAft>
              <a:buClr>
                <a:schemeClr val="dk1"/>
              </a:buClr>
              <a:buSzPts val="1800"/>
              <a:buChar char="•"/>
              <a:defRPr/>
            </a:lvl9pPr>
          </a:lstStyle>
          <a:p/>
        </p:txBody>
      </p:sp>
      <p:sp>
        <p:nvSpPr>
          <p:cNvPr id="44" name="Google Shape;44;p27"/>
          <p:cNvSpPr txBox="1"/>
          <p:nvPr>
            <p:ph idx="10" type="dt"/>
          </p:nvPr>
        </p:nvSpPr>
        <p:spPr>
          <a:xfrm>
            <a:off x="1257300" y="9534526"/>
            <a:ext cx="4114800" cy="547688"/>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757575"/>
              </a:buClr>
              <a:buSzPts val="1400"/>
              <a:buFont typeface="Arial"/>
              <a:buNone/>
              <a:defRPr/>
            </a:lvl1pPr>
            <a:lvl2pPr lvl="1" algn="l">
              <a:lnSpc>
                <a:spcPct val="100000"/>
              </a:lnSpc>
              <a:spcBef>
                <a:spcPts val="0"/>
              </a:spcBef>
              <a:spcAft>
                <a:spcPts val="0"/>
              </a:spcAft>
              <a:buClr>
                <a:schemeClr val="dk1"/>
              </a:buClr>
              <a:buSzPts val="1400"/>
              <a:buFont typeface="Arial"/>
              <a:buNone/>
              <a:defRPr/>
            </a:lvl2pPr>
            <a:lvl3pPr lvl="2" algn="l">
              <a:lnSpc>
                <a:spcPct val="100000"/>
              </a:lnSpc>
              <a:spcBef>
                <a:spcPts val="0"/>
              </a:spcBef>
              <a:spcAft>
                <a:spcPts val="0"/>
              </a:spcAft>
              <a:buClr>
                <a:schemeClr val="dk1"/>
              </a:buClr>
              <a:buSzPts val="1400"/>
              <a:buFont typeface="Arial"/>
              <a:buNone/>
              <a:defRPr/>
            </a:lvl3pPr>
            <a:lvl4pPr lvl="3" algn="l">
              <a:lnSpc>
                <a:spcPct val="100000"/>
              </a:lnSpc>
              <a:spcBef>
                <a:spcPts val="0"/>
              </a:spcBef>
              <a:spcAft>
                <a:spcPts val="0"/>
              </a:spcAft>
              <a:buClr>
                <a:schemeClr val="dk1"/>
              </a:buClr>
              <a:buSzPts val="1400"/>
              <a:buFont typeface="Arial"/>
              <a:buNone/>
              <a:defRPr/>
            </a:lvl4pPr>
            <a:lvl5pPr lvl="4" algn="l">
              <a:lnSpc>
                <a:spcPct val="100000"/>
              </a:lnSpc>
              <a:spcBef>
                <a:spcPts val="0"/>
              </a:spcBef>
              <a:spcAft>
                <a:spcPts val="0"/>
              </a:spcAft>
              <a:buClr>
                <a:schemeClr val="dk1"/>
              </a:buClr>
              <a:buSzPts val="1400"/>
              <a:buFont typeface="Arial"/>
              <a:buNone/>
              <a:defRPr/>
            </a:lvl5pPr>
            <a:lvl6pPr lvl="5" algn="l">
              <a:lnSpc>
                <a:spcPct val="100000"/>
              </a:lnSpc>
              <a:spcBef>
                <a:spcPts val="0"/>
              </a:spcBef>
              <a:spcAft>
                <a:spcPts val="0"/>
              </a:spcAft>
              <a:buClr>
                <a:schemeClr val="dk1"/>
              </a:buClr>
              <a:buSzPts val="1400"/>
              <a:buFont typeface="Arial"/>
              <a:buNone/>
              <a:defRPr/>
            </a:lvl6pPr>
            <a:lvl7pPr lvl="6" algn="l">
              <a:lnSpc>
                <a:spcPct val="100000"/>
              </a:lnSpc>
              <a:spcBef>
                <a:spcPts val="0"/>
              </a:spcBef>
              <a:spcAft>
                <a:spcPts val="0"/>
              </a:spcAft>
              <a:buClr>
                <a:schemeClr val="dk1"/>
              </a:buClr>
              <a:buSzPts val="1400"/>
              <a:buFont typeface="Arial"/>
              <a:buNone/>
              <a:defRPr/>
            </a:lvl7pPr>
            <a:lvl8pPr lvl="7" algn="l">
              <a:lnSpc>
                <a:spcPct val="100000"/>
              </a:lnSpc>
              <a:spcBef>
                <a:spcPts val="0"/>
              </a:spcBef>
              <a:spcAft>
                <a:spcPts val="0"/>
              </a:spcAft>
              <a:buClr>
                <a:schemeClr val="dk1"/>
              </a:buClr>
              <a:buSzPts val="1400"/>
              <a:buFont typeface="Arial"/>
              <a:buNone/>
              <a:defRPr/>
            </a:lvl8pPr>
            <a:lvl9pPr lvl="8" algn="l">
              <a:lnSpc>
                <a:spcPct val="100000"/>
              </a:lnSpc>
              <a:spcBef>
                <a:spcPts val="0"/>
              </a:spcBef>
              <a:spcAft>
                <a:spcPts val="0"/>
              </a:spcAft>
              <a:buClr>
                <a:schemeClr val="dk1"/>
              </a:buClr>
              <a:buSzPts val="1400"/>
              <a:buFont typeface="Arial"/>
              <a:buNone/>
              <a:defRPr/>
            </a:lvl9pPr>
          </a:lstStyle>
          <a:p/>
        </p:txBody>
      </p:sp>
      <p:sp>
        <p:nvSpPr>
          <p:cNvPr id="45" name="Google Shape;45;p27"/>
          <p:cNvSpPr txBox="1"/>
          <p:nvPr>
            <p:ph idx="11" type="ftr"/>
          </p:nvPr>
        </p:nvSpPr>
        <p:spPr>
          <a:xfrm>
            <a:off x="6057900" y="9534526"/>
            <a:ext cx="6172200" cy="547688"/>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757575"/>
              </a:buClr>
              <a:buSzPts val="1400"/>
              <a:buFont typeface="Arial"/>
              <a:buNone/>
              <a:defRPr/>
            </a:lvl1pPr>
            <a:lvl2pPr lvl="1" algn="l">
              <a:lnSpc>
                <a:spcPct val="100000"/>
              </a:lnSpc>
              <a:spcBef>
                <a:spcPts val="0"/>
              </a:spcBef>
              <a:spcAft>
                <a:spcPts val="0"/>
              </a:spcAft>
              <a:buClr>
                <a:schemeClr val="dk1"/>
              </a:buClr>
              <a:buSzPts val="1400"/>
              <a:buFont typeface="Arial"/>
              <a:buNone/>
              <a:defRPr/>
            </a:lvl2pPr>
            <a:lvl3pPr lvl="2" algn="l">
              <a:lnSpc>
                <a:spcPct val="100000"/>
              </a:lnSpc>
              <a:spcBef>
                <a:spcPts val="0"/>
              </a:spcBef>
              <a:spcAft>
                <a:spcPts val="0"/>
              </a:spcAft>
              <a:buClr>
                <a:schemeClr val="dk1"/>
              </a:buClr>
              <a:buSzPts val="1400"/>
              <a:buFont typeface="Arial"/>
              <a:buNone/>
              <a:defRPr/>
            </a:lvl3pPr>
            <a:lvl4pPr lvl="3" algn="l">
              <a:lnSpc>
                <a:spcPct val="100000"/>
              </a:lnSpc>
              <a:spcBef>
                <a:spcPts val="0"/>
              </a:spcBef>
              <a:spcAft>
                <a:spcPts val="0"/>
              </a:spcAft>
              <a:buClr>
                <a:schemeClr val="dk1"/>
              </a:buClr>
              <a:buSzPts val="1400"/>
              <a:buFont typeface="Arial"/>
              <a:buNone/>
              <a:defRPr/>
            </a:lvl4pPr>
            <a:lvl5pPr lvl="4" algn="l">
              <a:lnSpc>
                <a:spcPct val="100000"/>
              </a:lnSpc>
              <a:spcBef>
                <a:spcPts val="0"/>
              </a:spcBef>
              <a:spcAft>
                <a:spcPts val="0"/>
              </a:spcAft>
              <a:buClr>
                <a:schemeClr val="dk1"/>
              </a:buClr>
              <a:buSzPts val="1400"/>
              <a:buFont typeface="Arial"/>
              <a:buNone/>
              <a:defRPr/>
            </a:lvl5pPr>
            <a:lvl6pPr lvl="5" algn="l">
              <a:lnSpc>
                <a:spcPct val="100000"/>
              </a:lnSpc>
              <a:spcBef>
                <a:spcPts val="0"/>
              </a:spcBef>
              <a:spcAft>
                <a:spcPts val="0"/>
              </a:spcAft>
              <a:buClr>
                <a:schemeClr val="dk1"/>
              </a:buClr>
              <a:buSzPts val="1400"/>
              <a:buFont typeface="Arial"/>
              <a:buNone/>
              <a:defRPr/>
            </a:lvl6pPr>
            <a:lvl7pPr lvl="6" algn="l">
              <a:lnSpc>
                <a:spcPct val="100000"/>
              </a:lnSpc>
              <a:spcBef>
                <a:spcPts val="0"/>
              </a:spcBef>
              <a:spcAft>
                <a:spcPts val="0"/>
              </a:spcAft>
              <a:buClr>
                <a:schemeClr val="dk1"/>
              </a:buClr>
              <a:buSzPts val="1400"/>
              <a:buFont typeface="Arial"/>
              <a:buNone/>
              <a:defRPr/>
            </a:lvl7pPr>
            <a:lvl8pPr lvl="7" algn="l">
              <a:lnSpc>
                <a:spcPct val="100000"/>
              </a:lnSpc>
              <a:spcBef>
                <a:spcPts val="0"/>
              </a:spcBef>
              <a:spcAft>
                <a:spcPts val="0"/>
              </a:spcAft>
              <a:buClr>
                <a:schemeClr val="dk1"/>
              </a:buClr>
              <a:buSzPts val="1400"/>
              <a:buFont typeface="Arial"/>
              <a:buNone/>
              <a:defRPr/>
            </a:lvl8pPr>
            <a:lvl9pPr lvl="8" algn="l">
              <a:lnSpc>
                <a:spcPct val="100000"/>
              </a:lnSpc>
              <a:spcBef>
                <a:spcPts val="0"/>
              </a:spcBef>
              <a:spcAft>
                <a:spcPts val="0"/>
              </a:spcAft>
              <a:buClr>
                <a:schemeClr val="dk1"/>
              </a:buClr>
              <a:buSzPts val="1400"/>
              <a:buFont typeface="Arial"/>
              <a:buNone/>
              <a:defRPr/>
            </a:lvl9pPr>
          </a:lstStyle>
          <a:p/>
        </p:txBody>
      </p:sp>
      <p:sp>
        <p:nvSpPr>
          <p:cNvPr id="46" name="Google Shape;46;p27"/>
          <p:cNvSpPr txBox="1"/>
          <p:nvPr>
            <p:ph idx="12" type="sldNum"/>
          </p:nvPr>
        </p:nvSpPr>
        <p:spPr>
          <a:xfrm>
            <a:off x="12915900" y="9534526"/>
            <a:ext cx="4114800" cy="547688"/>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7" name="Shape 47"/>
        <p:cNvGrpSpPr/>
        <p:nvPr/>
      </p:nvGrpSpPr>
      <p:grpSpPr>
        <a:xfrm>
          <a:off x="0" y="0"/>
          <a:ext cx="0" cy="0"/>
          <a:chOff x="0" y="0"/>
          <a:chExt cx="0" cy="0"/>
        </a:xfrm>
      </p:grpSpPr>
      <p:sp>
        <p:nvSpPr>
          <p:cNvPr id="48" name="Google Shape;48;p28"/>
          <p:cNvSpPr txBox="1"/>
          <p:nvPr>
            <p:ph type="title"/>
          </p:nvPr>
        </p:nvSpPr>
        <p:spPr>
          <a:xfrm>
            <a:off x="1259682" y="547688"/>
            <a:ext cx="15773400" cy="198834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28"/>
          <p:cNvSpPr txBox="1"/>
          <p:nvPr>
            <p:ph idx="1" type="body"/>
          </p:nvPr>
        </p:nvSpPr>
        <p:spPr>
          <a:xfrm>
            <a:off x="1259683" y="2521745"/>
            <a:ext cx="7736681" cy="1235868"/>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500"/>
              </a:spcBef>
              <a:spcAft>
                <a:spcPts val="0"/>
              </a:spcAft>
              <a:buClr>
                <a:schemeClr val="dk1"/>
              </a:buClr>
              <a:buSzPts val="2400"/>
              <a:buNone/>
              <a:defRPr b="1" sz="3600"/>
            </a:lvl1pPr>
            <a:lvl2pPr indent="-228600" lvl="1" marL="914400" algn="l">
              <a:lnSpc>
                <a:spcPct val="90000"/>
              </a:lnSpc>
              <a:spcBef>
                <a:spcPts val="750"/>
              </a:spcBef>
              <a:spcAft>
                <a:spcPts val="0"/>
              </a:spcAft>
              <a:buClr>
                <a:schemeClr val="dk1"/>
              </a:buClr>
              <a:buSzPts val="2000"/>
              <a:buNone/>
              <a:defRPr b="1" sz="3000"/>
            </a:lvl2pPr>
            <a:lvl3pPr indent="-228600" lvl="2" marL="1371600" algn="l">
              <a:lnSpc>
                <a:spcPct val="90000"/>
              </a:lnSpc>
              <a:spcBef>
                <a:spcPts val="750"/>
              </a:spcBef>
              <a:spcAft>
                <a:spcPts val="0"/>
              </a:spcAft>
              <a:buClr>
                <a:schemeClr val="dk1"/>
              </a:buClr>
              <a:buSzPts val="1800"/>
              <a:buNone/>
              <a:defRPr b="1" sz="2700"/>
            </a:lvl3pPr>
            <a:lvl4pPr indent="-228600" lvl="3" marL="1828800" algn="l">
              <a:lnSpc>
                <a:spcPct val="90000"/>
              </a:lnSpc>
              <a:spcBef>
                <a:spcPts val="750"/>
              </a:spcBef>
              <a:spcAft>
                <a:spcPts val="0"/>
              </a:spcAft>
              <a:buClr>
                <a:schemeClr val="dk1"/>
              </a:buClr>
              <a:buSzPts val="1600"/>
              <a:buNone/>
              <a:defRPr b="1" sz="2400"/>
            </a:lvl4pPr>
            <a:lvl5pPr indent="-228600" lvl="4" marL="2286000" algn="l">
              <a:lnSpc>
                <a:spcPct val="90000"/>
              </a:lnSpc>
              <a:spcBef>
                <a:spcPts val="750"/>
              </a:spcBef>
              <a:spcAft>
                <a:spcPts val="0"/>
              </a:spcAft>
              <a:buClr>
                <a:schemeClr val="dk1"/>
              </a:buClr>
              <a:buSzPts val="1600"/>
              <a:buNone/>
              <a:defRPr b="1" sz="2400"/>
            </a:lvl5pPr>
            <a:lvl6pPr indent="-228600" lvl="5" marL="2743200" algn="l">
              <a:lnSpc>
                <a:spcPct val="90000"/>
              </a:lnSpc>
              <a:spcBef>
                <a:spcPts val="750"/>
              </a:spcBef>
              <a:spcAft>
                <a:spcPts val="0"/>
              </a:spcAft>
              <a:buClr>
                <a:schemeClr val="dk1"/>
              </a:buClr>
              <a:buSzPts val="1600"/>
              <a:buNone/>
              <a:defRPr b="1" sz="2400"/>
            </a:lvl6pPr>
            <a:lvl7pPr indent="-228600" lvl="6" marL="3200400" algn="l">
              <a:lnSpc>
                <a:spcPct val="90000"/>
              </a:lnSpc>
              <a:spcBef>
                <a:spcPts val="750"/>
              </a:spcBef>
              <a:spcAft>
                <a:spcPts val="0"/>
              </a:spcAft>
              <a:buClr>
                <a:schemeClr val="dk1"/>
              </a:buClr>
              <a:buSzPts val="1600"/>
              <a:buNone/>
              <a:defRPr b="1" sz="2400"/>
            </a:lvl7pPr>
            <a:lvl8pPr indent="-228600" lvl="7" marL="3657600" algn="l">
              <a:lnSpc>
                <a:spcPct val="90000"/>
              </a:lnSpc>
              <a:spcBef>
                <a:spcPts val="750"/>
              </a:spcBef>
              <a:spcAft>
                <a:spcPts val="0"/>
              </a:spcAft>
              <a:buClr>
                <a:schemeClr val="dk1"/>
              </a:buClr>
              <a:buSzPts val="1600"/>
              <a:buNone/>
              <a:defRPr b="1" sz="2400"/>
            </a:lvl8pPr>
            <a:lvl9pPr indent="-228600" lvl="8" marL="4114800" algn="l">
              <a:lnSpc>
                <a:spcPct val="90000"/>
              </a:lnSpc>
              <a:spcBef>
                <a:spcPts val="750"/>
              </a:spcBef>
              <a:spcAft>
                <a:spcPts val="0"/>
              </a:spcAft>
              <a:buClr>
                <a:schemeClr val="dk1"/>
              </a:buClr>
              <a:buSzPts val="1600"/>
              <a:buNone/>
              <a:defRPr b="1" sz="2400"/>
            </a:lvl9pPr>
          </a:lstStyle>
          <a:p/>
        </p:txBody>
      </p:sp>
      <p:sp>
        <p:nvSpPr>
          <p:cNvPr id="50" name="Google Shape;50;p28"/>
          <p:cNvSpPr txBox="1"/>
          <p:nvPr>
            <p:ph idx="2" type="body"/>
          </p:nvPr>
        </p:nvSpPr>
        <p:spPr>
          <a:xfrm>
            <a:off x="1259683" y="3757613"/>
            <a:ext cx="7736681" cy="5526882"/>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500"/>
              </a:spcBef>
              <a:spcAft>
                <a:spcPts val="0"/>
              </a:spcAft>
              <a:buClr>
                <a:schemeClr val="dk1"/>
              </a:buClr>
              <a:buSzPts val="1800"/>
              <a:buChar char="•"/>
              <a:defRPr/>
            </a:lvl1pPr>
            <a:lvl2pPr indent="-342900" lvl="1" marL="914400" algn="l">
              <a:lnSpc>
                <a:spcPct val="90000"/>
              </a:lnSpc>
              <a:spcBef>
                <a:spcPts val="750"/>
              </a:spcBef>
              <a:spcAft>
                <a:spcPts val="0"/>
              </a:spcAft>
              <a:buClr>
                <a:schemeClr val="dk1"/>
              </a:buClr>
              <a:buSzPts val="1800"/>
              <a:buChar char="•"/>
              <a:defRPr/>
            </a:lvl2pPr>
            <a:lvl3pPr indent="-342900" lvl="2" marL="1371600" algn="l">
              <a:lnSpc>
                <a:spcPct val="90000"/>
              </a:lnSpc>
              <a:spcBef>
                <a:spcPts val="750"/>
              </a:spcBef>
              <a:spcAft>
                <a:spcPts val="0"/>
              </a:spcAft>
              <a:buClr>
                <a:schemeClr val="dk1"/>
              </a:buClr>
              <a:buSzPts val="1800"/>
              <a:buChar char="•"/>
              <a:defRPr/>
            </a:lvl3pPr>
            <a:lvl4pPr indent="-342900" lvl="3" marL="1828800" algn="l">
              <a:lnSpc>
                <a:spcPct val="90000"/>
              </a:lnSpc>
              <a:spcBef>
                <a:spcPts val="750"/>
              </a:spcBef>
              <a:spcAft>
                <a:spcPts val="0"/>
              </a:spcAft>
              <a:buClr>
                <a:schemeClr val="dk1"/>
              </a:buClr>
              <a:buSzPts val="1800"/>
              <a:buChar char="•"/>
              <a:defRPr/>
            </a:lvl4pPr>
            <a:lvl5pPr indent="-342900" lvl="4" marL="2286000" algn="l">
              <a:lnSpc>
                <a:spcPct val="90000"/>
              </a:lnSpc>
              <a:spcBef>
                <a:spcPts val="750"/>
              </a:spcBef>
              <a:spcAft>
                <a:spcPts val="0"/>
              </a:spcAft>
              <a:buClr>
                <a:schemeClr val="dk1"/>
              </a:buClr>
              <a:buSzPts val="1800"/>
              <a:buChar char="•"/>
              <a:defRPr/>
            </a:lvl5pPr>
            <a:lvl6pPr indent="-342900" lvl="5" marL="2743200" algn="l">
              <a:lnSpc>
                <a:spcPct val="90000"/>
              </a:lnSpc>
              <a:spcBef>
                <a:spcPts val="750"/>
              </a:spcBef>
              <a:spcAft>
                <a:spcPts val="0"/>
              </a:spcAft>
              <a:buClr>
                <a:schemeClr val="dk1"/>
              </a:buClr>
              <a:buSzPts val="1800"/>
              <a:buChar char="•"/>
              <a:defRPr/>
            </a:lvl6pPr>
            <a:lvl7pPr indent="-342900" lvl="6" marL="3200400" algn="l">
              <a:lnSpc>
                <a:spcPct val="90000"/>
              </a:lnSpc>
              <a:spcBef>
                <a:spcPts val="750"/>
              </a:spcBef>
              <a:spcAft>
                <a:spcPts val="0"/>
              </a:spcAft>
              <a:buClr>
                <a:schemeClr val="dk1"/>
              </a:buClr>
              <a:buSzPts val="1800"/>
              <a:buChar char="•"/>
              <a:defRPr/>
            </a:lvl7pPr>
            <a:lvl8pPr indent="-342900" lvl="7" marL="3657600" algn="l">
              <a:lnSpc>
                <a:spcPct val="90000"/>
              </a:lnSpc>
              <a:spcBef>
                <a:spcPts val="750"/>
              </a:spcBef>
              <a:spcAft>
                <a:spcPts val="0"/>
              </a:spcAft>
              <a:buClr>
                <a:schemeClr val="dk1"/>
              </a:buClr>
              <a:buSzPts val="1800"/>
              <a:buChar char="•"/>
              <a:defRPr/>
            </a:lvl8pPr>
            <a:lvl9pPr indent="-342900" lvl="8" marL="4114800" algn="l">
              <a:lnSpc>
                <a:spcPct val="90000"/>
              </a:lnSpc>
              <a:spcBef>
                <a:spcPts val="750"/>
              </a:spcBef>
              <a:spcAft>
                <a:spcPts val="0"/>
              </a:spcAft>
              <a:buClr>
                <a:schemeClr val="dk1"/>
              </a:buClr>
              <a:buSzPts val="1800"/>
              <a:buChar char="•"/>
              <a:defRPr/>
            </a:lvl9pPr>
          </a:lstStyle>
          <a:p/>
        </p:txBody>
      </p:sp>
      <p:sp>
        <p:nvSpPr>
          <p:cNvPr id="51" name="Google Shape;51;p28"/>
          <p:cNvSpPr txBox="1"/>
          <p:nvPr>
            <p:ph idx="3" type="body"/>
          </p:nvPr>
        </p:nvSpPr>
        <p:spPr>
          <a:xfrm>
            <a:off x="9258300" y="2521745"/>
            <a:ext cx="7774782" cy="1235868"/>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500"/>
              </a:spcBef>
              <a:spcAft>
                <a:spcPts val="0"/>
              </a:spcAft>
              <a:buClr>
                <a:schemeClr val="dk1"/>
              </a:buClr>
              <a:buSzPts val="2400"/>
              <a:buNone/>
              <a:defRPr b="1" sz="3600"/>
            </a:lvl1pPr>
            <a:lvl2pPr indent="-228600" lvl="1" marL="914400" algn="l">
              <a:lnSpc>
                <a:spcPct val="90000"/>
              </a:lnSpc>
              <a:spcBef>
                <a:spcPts val="750"/>
              </a:spcBef>
              <a:spcAft>
                <a:spcPts val="0"/>
              </a:spcAft>
              <a:buClr>
                <a:schemeClr val="dk1"/>
              </a:buClr>
              <a:buSzPts val="2000"/>
              <a:buNone/>
              <a:defRPr b="1" sz="3000"/>
            </a:lvl2pPr>
            <a:lvl3pPr indent="-228600" lvl="2" marL="1371600" algn="l">
              <a:lnSpc>
                <a:spcPct val="90000"/>
              </a:lnSpc>
              <a:spcBef>
                <a:spcPts val="750"/>
              </a:spcBef>
              <a:spcAft>
                <a:spcPts val="0"/>
              </a:spcAft>
              <a:buClr>
                <a:schemeClr val="dk1"/>
              </a:buClr>
              <a:buSzPts val="1800"/>
              <a:buNone/>
              <a:defRPr b="1" sz="2700"/>
            </a:lvl3pPr>
            <a:lvl4pPr indent="-228600" lvl="3" marL="1828800" algn="l">
              <a:lnSpc>
                <a:spcPct val="90000"/>
              </a:lnSpc>
              <a:spcBef>
                <a:spcPts val="750"/>
              </a:spcBef>
              <a:spcAft>
                <a:spcPts val="0"/>
              </a:spcAft>
              <a:buClr>
                <a:schemeClr val="dk1"/>
              </a:buClr>
              <a:buSzPts val="1600"/>
              <a:buNone/>
              <a:defRPr b="1" sz="2400"/>
            </a:lvl4pPr>
            <a:lvl5pPr indent="-228600" lvl="4" marL="2286000" algn="l">
              <a:lnSpc>
                <a:spcPct val="90000"/>
              </a:lnSpc>
              <a:spcBef>
                <a:spcPts val="750"/>
              </a:spcBef>
              <a:spcAft>
                <a:spcPts val="0"/>
              </a:spcAft>
              <a:buClr>
                <a:schemeClr val="dk1"/>
              </a:buClr>
              <a:buSzPts val="1600"/>
              <a:buNone/>
              <a:defRPr b="1" sz="2400"/>
            </a:lvl5pPr>
            <a:lvl6pPr indent="-228600" lvl="5" marL="2743200" algn="l">
              <a:lnSpc>
                <a:spcPct val="90000"/>
              </a:lnSpc>
              <a:spcBef>
                <a:spcPts val="750"/>
              </a:spcBef>
              <a:spcAft>
                <a:spcPts val="0"/>
              </a:spcAft>
              <a:buClr>
                <a:schemeClr val="dk1"/>
              </a:buClr>
              <a:buSzPts val="1600"/>
              <a:buNone/>
              <a:defRPr b="1" sz="2400"/>
            </a:lvl6pPr>
            <a:lvl7pPr indent="-228600" lvl="6" marL="3200400" algn="l">
              <a:lnSpc>
                <a:spcPct val="90000"/>
              </a:lnSpc>
              <a:spcBef>
                <a:spcPts val="750"/>
              </a:spcBef>
              <a:spcAft>
                <a:spcPts val="0"/>
              </a:spcAft>
              <a:buClr>
                <a:schemeClr val="dk1"/>
              </a:buClr>
              <a:buSzPts val="1600"/>
              <a:buNone/>
              <a:defRPr b="1" sz="2400"/>
            </a:lvl7pPr>
            <a:lvl8pPr indent="-228600" lvl="7" marL="3657600" algn="l">
              <a:lnSpc>
                <a:spcPct val="90000"/>
              </a:lnSpc>
              <a:spcBef>
                <a:spcPts val="750"/>
              </a:spcBef>
              <a:spcAft>
                <a:spcPts val="0"/>
              </a:spcAft>
              <a:buClr>
                <a:schemeClr val="dk1"/>
              </a:buClr>
              <a:buSzPts val="1600"/>
              <a:buNone/>
              <a:defRPr b="1" sz="2400"/>
            </a:lvl8pPr>
            <a:lvl9pPr indent="-228600" lvl="8" marL="4114800" algn="l">
              <a:lnSpc>
                <a:spcPct val="90000"/>
              </a:lnSpc>
              <a:spcBef>
                <a:spcPts val="750"/>
              </a:spcBef>
              <a:spcAft>
                <a:spcPts val="0"/>
              </a:spcAft>
              <a:buClr>
                <a:schemeClr val="dk1"/>
              </a:buClr>
              <a:buSzPts val="1600"/>
              <a:buNone/>
              <a:defRPr b="1" sz="2400"/>
            </a:lvl9pPr>
          </a:lstStyle>
          <a:p/>
        </p:txBody>
      </p:sp>
      <p:sp>
        <p:nvSpPr>
          <p:cNvPr id="52" name="Google Shape;52;p28"/>
          <p:cNvSpPr txBox="1"/>
          <p:nvPr>
            <p:ph idx="4" type="body"/>
          </p:nvPr>
        </p:nvSpPr>
        <p:spPr>
          <a:xfrm>
            <a:off x="9258300" y="3757613"/>
            <a:ext cx="7774782" cy="5526882"/>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500"/>
              </a:spcBef>
              <a:spcAft>
                <a:spcPts val="0"/>
              </a:spcAft>
              <a:buClr>
                <a:schemeClr val="dk1"/>
              </a:buClr>
              <a:buSzPts val="1800"/>
              <a:buChar char="•"/>
              <a:defRPr/>
            </a:lvl1pPr>
            <a:lvl2pPr indent="-342900" lvl="1" marL="914400" algn="l">
              <a:lnSpc>
                <a:spcPct val="90000"/>
              </a:lnSpc>
              <a:spcBef>
                <a:spcPts val="750"/>
              </a:spcBef>
              <a:spcAft>
                <a:spcPts val="0"/>
              </a:spcAft>
              <a:buClr>
                <a:schemeClr val="dk1"/>
              </a:buClr>
              <a:buSzPts val="1800"/>
              <a:buChar char="•"/>
              <a:defRPr/>
            </a:lvl2pPr>
            <a:lvl3pPr indent="-342900" lvl="2" marL="1371600" algn="l">
              <a:lnSpc>
                <a:spcPct val="90000"/>
              </a:lnSpc>
              <a:spcBef>
                <a:spcPts val="750"/>
              </a:spcBef>
              <a:spcAft>
                <a:spcPts val="0"/>
              </a:spcAft>
              <a:buClr>
                <a:schemeClr val="dk1"/>
              </a:buClr>
              <a:buSzPts val="1800"/>
              <a:buChar char="•"/>
              <a:defRPr/>
            </a:lvl3pPr>
            <a:lvl4pPr indent="-342900" lvl="3" marL="1828800" algn="l">
              <a:lnSpc>
                <a:spcPct val="90000"/>
              </a:lnSpc>
              <a:spcBef>
                <a:spcPts val="750"/>
              </a:spcBef>
              <a:spcAft>
                <a:spcPts val="0"/>
              </a:spcAft>
              <a:buClr>
                <a:schemeClr val="dk1"/>
              </a:buClr>
              <a:buSzPts val="1800"/>
              <a:buChar char="•"/>
              <a:defRPr/>
            </a:lvl4pPr>
            <a:lvl5pPr indent="-342900" lvl="4" marL="2286000" algn="l">
              <a:lnSpc>
                <a:spcPct val="90000"/>
              </a:lnSpc>
              <a:spcBef>
                <a:spcPts val="750"/>
              </a:spcBef>
              <a:spcAft>
                <a:spcPts val="0"/>
              </a:spcAft>
              <a:buClr>
                <a:schemeClr val="dk1"/>
              </a:buClr>
              <a:buSzPts val="1800"/>
              <a:buChar char="•"/>
              <a:defRPr/>
            </a:lvl5pPr>
            <a:lvl6pPr indent="-342900" lvl="5" marL="2743200" algn="l">
              <a:lnSpc>
                <a:spcPct val="90000"/>
              </a:lnSpc>
              <a:spcBef>
                <a:spcPts val="750"/>
              </a:spcBef>
              <a:spcAft>
                <a:spcPts val="0"/>
              </a:spcAft>
              <a:buClr>
                <a:schemeClr val="dk1"/>
              </a:buClr>
              <a:buSzPts val="1800"/>
              <a:buChar char="•"/>
              <a:defRPr/>
            </a:lvl6pPr>
            <a:lvl7pPr indent="-342900" lvl="6" marL="3200400" algn="l">
              <a:lnSpc>
                <a:spcPct val="90000"/>
              </a:lnSpc>
              <a:spcBef>
                <a:spcPts val="750"/>
              </a:spcBef>
              <a:spcAft>
                <a:spcPts val="0"/>
              </a:spcAft>
              <a:buClr>
                <a:schemeClr val="dk1"/>
              </a:buClr>
              <a:buSzPts val="1800"/>
              <a:buChar char="•"/>
              <a:defRPr/>
            </a:lvl7pPr>
            <a:lvl8pPr indent="-342900" lvl="7" marL="3657600" algn="l">
              <a:lnSpc>
                <a:spcPct val="90000"/>
              </a:lnSpc>
              <a:spcBef>
                <a:spcPts val="750"/>
              </a:spcBef>
              <a:spcAft>
                <a:spcPts val="0"/>
              </a:spcAft>
              <a:buClr>
                <a:schemeClr val="dk1"/>
              </a:buClr>
              <a:buSzPts val="1800"/>
              <a:buChar char="•"/>
              <a:defRPr/>
            </a:lvl8pPr>
            <a:lvl9pPr indent="-342900" lvl="8" marL="4114800" algn="l">
              <a:lnSpc>
                <a:spcPct val="90000"/>
              </a:lnSpc>
              <a:spcBef>
                <a:spcPts val="750"/>
              </a:spcBef>
              <a:spcAft>
                <a:spcPts val="0"/>
              </a:spcAft>
              <a:buClr>
                <a:schemeClr val="dk1"/>
              </a:buClr>
              <a:buSzPts val="1800"/>
              <a:buChar char="•"/>
              <a:defRPr/>
            </a:lvl9pPr>
          </a:lstStyle>
          <a:p/>
        </p:txBody>
      </p:sp>
      <p:sp>
        <p:nvSpPr>
          <p:cNvPr id="53" name="Google Shape;53;p28"/>
          <p:cNvSpPr txBox="1"/>
          <p:nvPr>
            <p:ph idx="10" type="dt"/>
          </p:nvPr>
        </p:nvSpPr>
        <p:spPr>
          <a:xfrm>
            <a:off x="1257300" y="9534526"/>
            <a:ext cx="4114800" cy="547688"/>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757575"/>
              </a:buClr>
              <a:buSzPts val="1400"/>
              <a:buFont typeface="Arial"/>
              <a:buNone/>
              <a:defRPr/>
            </a:lvl1pPr>
            <a:lvl2pPr lvl="1" algn="l">
              <a:lnSpc>
                <a:spcPct val="100000"/>
              </a:lnSpc>
              <a:spcBef>
                <a:spcPts val="0"/>
              </a:spcBef>
              <a:spcAft>
                <a:spcPts val="0"/>
              </a:spcAft>
              <a:buClr>
                <a:schemeClr val="dk1"/>
              </a:buClr>
              <a:buSzPts val="1400"/>
              <a:buFont typeface="Arial"/>
              <a:buNone/>
              <a:defRPr/>
            </a:lvl2pPr>
            <a:lvl3pPr lvl="2" algn="l">
              <a:lnSpc>
                <a:spcPct val="100000"/>
              </a:lnSpc>
              <a:spcBef>
                <a:spcPts val="0"/>
              </a:spcBef>
              <a:spcAft>
                <a:spcPts val="0"/>
              </a:spcAft>
              <a:buClr>
                <a:schemeClr val="dk1"/>
              </a:buClr>
              <a:buSzPts val="1400"/>
              <a:buFont typeface="Arial"/>
              <a:buNone/>
              <a:defRPr/>
            </a:lvl3pPr>
            <a:lvl4pPr lvl="3" algn="l">
              <a:lnSpc>
                <a:spcPct val="100000"/>
              </a:lnSpc>
              <a:spcBef>
                <a:spcPts val="0"/>
              </a:spcBef>
              <a:spcAft>
                <a:spcPts val="0"/>
              </a:spcAft>
              <a:buClr>
                <a:schemeClr val="dk1"/>
              </a:buClr>
              <a:buSzPts val="1400"/>
              <a:buFont typeface="Arial"/>
              <a:buNone/>
              <a:defRPr/>
            </a:lvl4pPr>
            <a:lvl5pPr lvl="4" algn="l">
              <a:lnSpc>
                <a:spcPct val="100000"/>
              </a:lnSpc>
              <a:spcBef>
                <a:spcPts val="0"/>
              </a:spcBef>
              <a:spcAft>
                <a:spcPts val="0"/>
              </a:spcAft>
              <a:buClr>
                <a:schemeClr val="dk1"/>
              </a:buClr>
              <a:buSzPts val="1400"/>
              <a:buFont typeface="Arial"/>
              <a:buNone/>
              <a:defRPr/>
            </a:lvl5pPr>
            <a:lvl6pPr lvl="5" algn="l">
              <a:lnSpc>
                <a:spcPct val="100000"/>
              </a:lnSpc>
              <a:spcBef>
                <a:spcPts val="0"/>
              </a:spcBef>
              <a:spcAft>
                <a:spcPts val="0"/>
              </a:spcAft>
              <a:buClr>
                <a:schemeClr val="dk1"/>
              </a:buClr>
              <a:buSzPts val="1400"/>
              <a:buFont typeface="Arial"/>
              <a:buNone/>
              <a:defRPr/>
            </a:lvl6pPr>
            <a:lvl7pPr lvl="6" algn="l">
              <a:lnSpc>
                <a:spcPct val="100000"/>
              </a:lnSpc>
              <a:spcBef>
                <a:spcPts val="0"/>
              </a:spcBef>
              <a:spcAft>
                <a:spcPts val="0"/>
              </a:spcAft>
              <a:buClr>
                <a:schemeClr val="dk1"/>
              </a:buClr>
              <a:buSzPts val="1400"/>
              <a:buFont typeface="Arial"/>
              <a:buNone/>
              <a:defRPr/>
            </a:lvl7pPr>
            <a:lvl8pPr lvl="7" algn="l">
              <a:lnSpc>
                <a:spcPct val="100000"/>
              </a:lnSpc>
              <a:spcBef>
                <a:spcPts val="0"/>
              </a:spcBef>
              <a:spcAft>
                <a:spcPts val="0"/>
              </a:spcAft>
              <a:buClr>
                <a:schemeClr val="dk1"/>
              </a:buClr>
              <a:buSzPts val="1400"/>
              <a:buFont typeface="Arial"/>
              <a:buNone/>
              <a:defRPr/>
            </a:lvl8pPr>
            <a:lvl9pPr lvl="8" algn="l">
              <a:lnSpc>
                <a:spcPct val="100000"/>
              </a:lnSpc>
              <a:spcBef>
                <a:spcPts val="0"/>
              </a:spcBef>
              <a:spcAft>
                <a:spcPts val="0"/>
              </a:spcAft>
              <a:buClr>
                <a:schemeClr val="dk1"/>
              </a:buClr>
              <a:buSzPts val="1400"/>
              <a:buFont typeface="Arial"/>
              <a:buNone/>
              <a:defRPr/>
            </a:lvl9pPr>
          </a:lstStyle>
          <a:p/>
        </p:txBody>
      </p:sp>
      <p:sp>
        <p:nvSpPr>
          <p:cNvPr id="54" name="Google Shape;54;p28"/>
          <p:cNvSpPr txBox="1"/>
          <p:nvPr>
            <p:ph idx="11" type="ftr"/>
          </p:nvPr>
        </p:nvSpPr>
        <p:spPr>
          <a:xfrm>
            <a:off x="6057900" y="9534526"/>
            <a:ext cx="6172200" cy="547688"/>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757575"/>
              </a:buClr>
              <a:buSzPts val="1400"/>
              <a:buFont typeface="Arial"/>
              <a:buNone/>
              <a:defRPr/>
            </a:lvl1pPr>
            <a:lvl2pPr lvl="1" algn="l">
              <a:lnSpc>
                <a:spcPct val="100000"/>
              </a:lnSpc>
              <a:spcBef>
                <a:spcPts val="0"/>
              </a:spcBef>
              <a:spcAft>
                <a:spcPts val="0"/>
              </a:spcAft>
              <a:buClr>
                <a:schemeClr val="dk1"/>
              </a:buClr>
              <a:buSzPts val="1400"/>
              <a:buFont typeface="Arial"/>
              <a:buNone/>
              <a:defRPr/>
            </a:lvl2pPr>
            <a:lvl3pPr lvl="2" algn="l">
              <a:lnSpc>
                <a:spcPct val="100000"/>
              </a:lnSpc>
              <a:spcBef>
                <a:spcPts val="0"/>
              </a:spcBef>
              <a:spcAft>
                <a:spcPts val="0"/>
              </a:spcAft>
              <a:buClr>
                <a:schemeClr val="dk1"/>
              </a:buClr>
              <a:buSzPts val="1400"/>
              <a:buFont typeface="Arial"/>
              <a:buNone/>
              <a:defRPr/>
            </a:lvl3pPr>
            <a:lvl4pPr lvl="3" algn="l">
              <a:lnSpc>
                <a:spcPct val="100000"/>
              </a:lnSpc>
              <a:spcBef>
                <a:spcPts val="0"/>
              </a:spcBef>
              <a:spcAft>
                <a:spcPts val="0"/>
              </a:spcAft>
              <a:buClr>
                <a:schemeClr val="dk1"/>
              </a:buClr>
              <a:buSzPts val="1400"/>
              <a:buFont typeface="Arial"/>
              <a:buNone/>
              <a:defRPr/>
            </a:lvl4pPr>
            <a:lvl5pPr lvl="4" algn="l">
              <a:lnSpc>
                <a:spcPct val="100000"/>
              </a:lnSpc>
              <a:spcBef>
                <a:spcPts val="0"/>
              </a:spcBef>
              <a:spcAft>
                <a:spcPts val="0"/>
              </a:spcAft>
              <a:buClr>
                <a:schemeClr val="dk1"/>
              </a:buClr>
              <a:buSzPts val="1400"/>
              <a:buFont typeface="Arial"/>
              <a:buNone/>
              <a:defRPr/>
            </a:lvl5pPr>
            <a:lvl6pPr lvl="5" algn="l">
              <a:lnSpc>
                <a:spcPct val="100000"/>
              </a:lnSpc>
              <a:spcBef>
                <a:spcPts val="0"/>
              </a:spcBef>
              <a:spcAft>
                <a:spcPts val="0"/>
              </a:spcAft>
              <a:buClr>
                <a:schemeClr val="dk1"/>
              </a:buClr>
              <a:buSzPts val="1400"/>
              <a:buFont typeface="Arial"/>
              <a:buNone/>
              <a:defRPr/>
            </a:lvl6pPr>
            <a:lvl7pPr lvl="6" algn="l">
              <a:lnSpc>
                <a:spcPct val="100000"/>
              </a:lnSpc>
              <a:spcBef>
                <a:spcPts val="0"/>
              </a:spcBef>
              <a:spcAft>
                <a:spcPts val="0"/>
              </a:spcAft>
              <a:buClr>
                <a:schemeClr val="dk1"/>
              </a:buClr>
              <a:buSzPts val="1400"/>
              <a:buFont typeface="Arial"/>
              <a:buNone/>
              <a:defRPr/>
            </a:lvl7pPr>
            <a:lvl8pPr lvl="7" algn="l">
              <a:lnSpc>
                <a:spcPct val="100000"/>
              </a:lnSpc>
              <a:spcBef>
                <a:spcPts val="0"/>
              </a:spcBef>
              <a:spcAft>
                <a:spcPts val="0"/>
              </a:spcAft>
              <a:buClr>
                <a:schemeClr val="dk1"/>
              </a:buClr>
              <a:buSzPts val="1400"/>
              <a:buFont typeface="Arial"/>
              <a:buNone/>
              <a:defRPr/>
            </a:lvl8pPr>
            <a:lvl9pPr lvl="8" algn="l">
              <a:lnSpc>
                <a:spcPct val="100000"/>
              </a:lnSpc>
              <a:spcBef>
                <a:spcPts val="0"/>
              </a:spcBef>
              <a:spcAft>
                <a:spcPts val="0"/>
              </a:spcAft>
              <a:buClr>
                <a:schemeClr val="dk1"/>
              </a:buClr>
              <a:buSzPts val="1400"/>
              <a:buFont typeface="Arial"/>
              <a:buNone/>
              <a:defRPr/>
            </a:lvl9pPr>
          </a:lstStyle>
          <a:p/>
        </p:txBody>
      </p:sp>
      <p:sp>
        <p:nvSpPr>
          <p:cNvPr id="55" name="Google Shape;55;p28"/>
          <p:cNvSpPr txBox="1"/>
          <p:nvPr>
            <p:ph idx="12" type="sldNum"/>
          </p:nvPr>
        </p:nvSpPr>
        <p:spPr>
          <a:xfrm>
            <a:off x="12915900" y="9534526"/>
            <a:ext cx="4114800" cy="547688"/>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6" name="Shape 56"/>
        <p:cNvGrpSpPr/>
        <p:nvPr/>
      </p:nvGrpSpPr>
      <p:grpSpPr>
        <a:xfrm>
          <a:off x="0" y="0"/>
          <a:ext cx="0" cy="0"/>
          <a:chOff x="0" y="0"/>
          <a:chExt cx="0" cy="0"/>
        </a:xfrm>
      </p:grpSpPr>
      <p:sp>
        <p:nvSpPr>
          <p:cNvPr id="57" name="Google Shape;57;p29"/>
          <p:cNvSpPr txBox="1"/>
          <p:nvPr>
            <p:ph type="title"/>
          </p:nvPr>
        </p:nvSpPr>
        <p:spPr>
          <a:xfrm>
            <a:off x="1257300" y="547688"/>
            <a:ext cx="15773400" cy="198834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29"/>
          <p:cNvSpPr txBox="1"/>
          <p:nvPr>
            <p:ph idx="10" type="dt"/>
          </p:nvPr>
        </p:nvSpPr>
        <p:spPr>
          <a:xfrm>
            <a:off x="1257300" y="9534526"/>
            <a:ext cx="4114800" cy="547688"/>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757575"/>
              </a:buClr>
              <a:buSzPts val="1400"/>
              <a:buFont typeface="Arial"/>
              <a:buNone/>
              <a:defRPr/>
            </a:lvl1pPr>
            <a:lvl2pPr lvl="1" algn="l">
              <a:lnSpc>
                <a:spcPct val="100000"/>
              </a:lnSpc>
              <a:spcBef>
                <a:spcPts val="0"/>
              </a:spcBef>
              <a:spcAft>
                <a:spcPts val="0"/>
              </a:spcAft>
              <a:buClr>
                <a:schemeClr val="dk1"/>
              </a:buClr>
              <a:buSzPts val="1400"/>
              <a:buFont typeface="Arial"/>
              <a:buNone/>
              <a:defRPr/>
            </a:lvl2pPr>
            <a:lvl3pPr lvl="2" algn="l">
              <a:lnSpc>
                <a:spcPct val="100000"/>
              </a:lnSpc>
              <a:spcBef>
                <a:spcPts val="0"/>
              </a:spcBef>
              <a:spcAft>
                <a:spcPts val="0"/>
              </a:spcAft>
              <a:buClr>
                <a:schemeClr val="dk1"/>
              </a:buClr>
              <a:buSzPts val="1400"/>
              <a:buFont typeface="Arial"/>
              <a:buNone/>
              <a:defRPr/>
            </a:lvl3pPr>
            <a:lvl4pPr lvl="3" algn="l">
              <a:lnSpc>
                <a:spcPct val="100000"/>
              </a:lnSpc>
              <a:spcBef>
                <a:spcPts val="0"/>
              </a:spcBef>
              <a:spcAft>
                <a:spcPts val="0"/>
              </a:spcAft>
              <a:buClr>
                <a:schemeClr val="dk1"/>
              </a:buClr>
              <a:buSzPts val="1400"/>
              <a:buFont typeface="Arial"/>
              <a:buNone/>
              <a:defRPr/>
            </a:lvl4pPr>
            <a:lvl5pPr lvl="4" algn="l">
              <a:lnSpc>
                <a:spcPct val="100000"/>
              </a:lnSpc>
              <a:spcBef>
                <a:spcPts val="0"/>
              </a:spcBef>
              <a:spcAft>
                <a:spcPts val="0"/>
              </a:spcAft>
              <a:buClr>
                <a:schemeClr val="dk1"/>
              </a:buClr>
              <a:buSzPts val="1400"/>
              <a:buFont typeface="Arial"/>
              <a:buNone/>
              <a:defRPr/>
            </a:lvl5pPr>
            <a:lvl6pPr lvl="5" algn="l">
              <a:lnSpc>
                <a:spcPct val="100000"/>
              </a:lnSpc>
              <a:spcBef>
                <a:spcPts val="0"/>
              </a:spcBef>
              <a:spcAft>
                <a:spcPts val="0"/>
              </a:spcAft>
              <a:buClr>
                <a:schemeClr val="dk1"/>
              </a:buClr>
              <a:buSzPts val="1400"/>
              <a:buFont typeface="Arial"/>
              <a:buNone/>
              <a:defRPr/>
            </a:lvl6pPr>
            <a:lvl7pPr lvl="6" algn="l">
              <a:lnSpc>
                <a:spcPct val="100000"/>
              </a:lnSpc>
              <a:spcBef>
                <a:spcPts val="0"/>
              </a:spcBef>
              <a:spcAft>
                <a:spcPts val="0"/>
              </a:spcAft>
              <a:buClr>
                <a:schemeClr val="dk1"/>
              </a:buClr>
              <a:buSzPts val="1400"/>
              <a:buFont typeface="Arial"/>
              <a:buNone/>
              <a:defRPr/>
            </a:lvl7pPr>
            <a:lvl8pPr lvl="7" algn="l">
              <a:lnSpc>
                <a:spcPct val="100000"/>
              </a:lnSpc>
              <a:spcBef>
                <a:spcPts val="0"/>
              </a:spcBef>
              <a:spcAft>
                <a:spcPts val="0"/>
              </a:spcAft>
              <a:buClr>
                <a:schemeClr val="dk1"/>
              </a:buClr>
              <a:buSzPts val="1400"/>
              <a:buFont typeface="Arial"/>
              <a:buNone/>
              <a:defRPr/>
            </a:lvl8pPr>
            <a:lvl9pPr lvl="8" algn="l">
              <a:lnSpc>
                <a:spcPct val="100000"/>
              </a:lnSpc>
              <a:spcBef>
                <a:spcPts val="0"/>
              </a:spcBef>
              <a:spcAft>
                <a:spcPts val="0"/>
              </a:spcAft>
              <a:buClr>
                <a:schemeClr val="dk1"/>
              </a:buClr>
              <a:buSzPts val="1400"/>
              <a:buFont typeface="Arial"/>
              <a:buNone/>
              <a:defRPr/>
            </a:lvl9pPr>
          </a:lstStyle>
          <a:p/>
        </p:txBody>
      </p:sp>
      <p:sp>
        <p:nvSpPr>
          <p:cNvPr id="59" name="Google Shape;59;p29"/>
          <p:cNvSpPr txBox="1"/>
          <p:nvPr>
            <p:ph idx="11" type="ftr"/>
          </p:nvPr>
        </p:nvSpPr>
        <p:spPr>
          <a:xfrm>
            <a:off x="6057900" y="9534526"/>
            <a:ext cx="6172200" cy="547688"/>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757575"/>
              </a:buClr>
              <a:buSzPts val="1400"/>
              <a:buFont typeface="Arial"/>
              <a:buNone/>
              <a:defRPr/>
            </a:lvl1pPr>
            <a:lvl2pPr lvl="1" algn="l">
              <a:lnSpc>
                <a:spcPct val="100000"/>
              </a:lnSpc>
              <a:spcBef>
                <a:spcPts val="0"/>
              </a:spcBef>
              <a:spcAft>
                <a:spcPts val="0"/>
              </a:spcAft>
              <a:buClr>
                <a:schemeClr val="dk1"/>
              </a:buClr>
              <a:buSzPts val="1400"/>
              <a:buFont typeface="Arial"/>
              <a:buNone/>
              <a:defRPr/>
            </a:lvl2pPr>
            <a:lvl3pPr lvl="2" algn="l">
              <a:lnSpc>
                <a:spcPct val="100000"/>
              </a:lnSpc>
              <a:spcBef>
                <a:spcPts val="0"/>
              </a:spcBef>
              <a:spcAft>
                <a:spcPts val="0"/>
              </a:spcAft>
              <a:buClr>
                <a:schemeClr val="dk1"/>
              </a:buClr>
              <a:buSzPts val="1400"/>
              <a:buFont typeface="Arial"/>
              <a:buNone/>
              <a:defRPr/>
            </a:lvl3pPr>
            <a:lvl4pPr lvl="3" algn="l">
              <a:lnSpc>
                <a:spcPct val="100000"/>
              </a:lnSpc>
              <a:spcBef>
                <a:spcPts val="0"/>
              </a:spcBef>
              <a:spcAft>
                <a:spcPts val="0"/>
              </a:spcAft>
              <a:buClr>
                <a:schemeClr val="dk1"/>
              </a:buClr>
              <a:buSzPts val="1400"/>
              <a:buFont typeface="Arial"/>
              <a:buNone/>
              <a:defRPr/>
            </a:lvl4pPr>
            <a:lvl5pPr lvl="4" algn="l">
              <a:lnSpc>
                <a:spcPct val="100000"/>
              </a:lnSpc>
              <a:spcBef>
                <a:spcPts val="0"/>
              </a:spcBef>
              <a:spcAft>
                <a:spcPts val="0"/>
              </a:spcAft>
              <a:buClr>
                <a:schemeClr val="dk1"/>
              </a:buClr>
              <a:buSzPts val="1400"/>
              <a:buFont typeface="Arial"/>
              <a:buNone/>
              <a:defRPr/>
            </a:lvl5pPr>
            <a:lvl6pPr lvl="5" algn="l">
              <a:lnSpc>
                <a:spcPct val="100000"/>
              </a:lnSpc>
              <a:spcBef>
                <a:spcPts val="0"/>
              </a:spcBef>
              <a:spcAft>
                <a:spcPts val="0"/>
              </a:spcAft>
              <a:buClr>
                <a:schemeClr val="dk1"/>
              </a:buClr>
              <a:buSzPts val="1400"/>
              <a:buFont typeface="Arial"/>
              <a:buNone/>
              <a:defRPr/>
            </a:lvl6pPr>
            <a:lvl7pPr lvl="6" algn="l">
              <a:lnSpc>
                <a:spcPct val="100000"/>
              </a:lnSpc>
              <a:spcBef>
                <a:spcPts val="0"/>
              </a:spcBef>
              <a:spcAft>
                <a:spcPts val="0"/>
              </a:spcAft>
              <a:buClr>
                <a:schemeClr val="dk1"/>
              </a:buClr>
              <a:buSzPts val="1400"/>
              <a:buFont typeface="Arial"/>
              <a:buNone/>
              <a:defRPr/>
            </a:lvl7pPr>
            <a:lvl8pPr lvl="7" algn="l">
              <a:lnSpc>
                <a:spcPct val="100000"/>
              </a:lnSpc>
              <a:spcBef>
                <a:spcPts val="0"/>
              </a:spcBef>
              <a:spcAft>
                <a:spcPts val="0"/>
              </a:spcAft>
              <a:buClr>
                <a:schemeClr val="dk1"/>
              </a:buClr>
              <a:buSzPts val="1400"/>
              <a:buFont typeface="Arial"/>
              <a:buNone/>
              <a:defRPr/>
            </a:lvl8pPr>
            <a:lvl9pPr lvl="8" algn="l">
              <a:lnSpc>
                <a:spcPct val="100000"/>
              </a:lnSpc>
              <a:spcBef>
                <a:spcPts val="0"/>
              </a:spcBef>
              <a:spcAft>
                <a:spcPts val="0"/>
              </a:spcAft>
              <a:buClr>
                <a:schemeClr val="dk1"/>
              </a:buClr>
              <a:buSzPts val="1400"/>
              <a:buFont typeface="Arial"/>
              <a:buNone/>
              <a:defRPr/>
            </a:lvl9pPr>
          </a:lstStyle>
          <a:p/>
        </p:txBody>
      </p:sp>
      <p:sp>
        <p:nvSpPr>
          <p:cNvPr id="60" name="Google Shape;60;p29"/>
          <p:cNvSpPr txBox="1"/>
          <p:nvPr>
            <p:ph idx="12" type="sldNum"/>
          </p:nvPr>
        </p:nvSpPr>
        <p:spPr>
          <a:xfrm>
            <a:off x="12915900" y="9534526"/>
            <a:ext cx="4114800" cy="547688"/>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1" name="Shape 61"/>
        <p:cNvGrpSpPr/>
        <p:nvPr/>
      </p:nvGrpSpPr>
      <p:grpSpPr>
        <a:xfrm>
          <a:off x="0" y="0"/>
          <a:ext cx="0" cy="0"/>
          <a:chOff x="0" y="0"/>
          <a:chExt cx="0" cy="0"/>
        </a:xfrm>
      </p:grpSpPr>
      <p:sp>
        <p:nvSpPr>
          <p:cNvPr id="62" name="Google Shape;62;p30"/>
          <p:cNvSpPr txBox="1"/>
          <p:nvPr>
            <p:ph type="title"/>
          </p:nvPr>
        </p:nvSpPr>
        <p:spPr>
          <a:xfrm>
            <a:off x="1259683" y="685800"/>
            <a:ext cx="5898356" cy="24003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4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30"/>
          <p:cNvSpPr txBox="1"/>
          <p:nvPr>
            <p:ph idx="1" type="body"/>
          </p:nvPr>
        </p:nvSpPr>
        <p:spPr>
          <a:xfrm>
            <a:off x="7774782" y="1481138"/>
            <a:ext cx="9258300" cy="7310438"/>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500"/>
              </a:spcBef>
              <a:spcAft>
                <a:spcPts val="0"/>
              </a:spcAft>
              <a:buClr>
                <a:schemeClr val="dk1"/>
              </a:buClr>
              <a:buSzPts val="3200"/>
              <a:buChar char="•"/>
              <a:defRPr sz="4800"/>
            </a:lvl1pPr>
            <a:lvl2pPr indent="-406400" lvl="1" marL="914400" algn="l">
              <a:lnSpc>
                <a:spcPct val="90000"/>
              </a:lnSpc>
              <a:spcBef>
                <a:spcPts val="750"/>
              </a:spcBef>
              <a:spcAft>
                <a:spcPts val="0"/>
              </a:spcAft>
              <a:buClr>
                <a:schemeClr val="dk1"/>
              </a:buClr>
              <a:buSzPts val="2800"/>
              <a:buChar char="•"/>
              <a:defRPr sz="4200"/>
            </a:lvl2pPr>
            <a:lvl3pPr indent="-381000" lvl="2" marL="1371600" algn="l">
              <a:lnSpc>
                <a:spcPct val="90000"/>
              </a:lnSpc>
              <a:spcBef>
                <a:spcPts val="750"/>
              </a:spcBef>
              <a:spcAft>
                <a:spcPts val="0"/>
              </a:spcAft>
              <a:buClr>
                <a:schemeClr val="dk1"/>
              </a:buClr>
              <a:buSzPts val="2400"/>
              <a:buChar char="•"/>
              <a:defRPr sz="3600"/>
            </a:lvl3pPr>
            <a:lvl4pPr indent="-355600" lvl="3" marL="1828800" algn="l">
              <a:lnSpc>
                <a:spcPct val="90000"/>
              </a:lnSpc>
              <a:spcBef>
                <a:spcPts val="750"/>
              </a:spcBef>
              <a:spcAft>
                <a:spcPts val="0"/>
              </a:spcAft>
              <a:buClr>
                <a:schemeClr val="dk1"/>
              </a:buClr>
              <a:buSzPts val="2000"/>
              <a:buChar char="•"/>
              <a:defRPr sz="3000"/>
            </a:lvl4pPr>
            <a:lvl5pPr indent="-355600" lvl="4" marL="2286000" algn="l">
              <a:lnSpc>
                <a:spcPct val="90000"/>
              </a:lnSpc>
              <a:spcBef>
                <a:spcPts val="750"/>
              </a:spcBef>
              <a:spcAft>
                <a:spcPts val="0"/>
              </a:spcAft>
              <a:buClr>
                <a:schemeClr val="dk1"/>
              </a:buClr>
              <a:buSzPts val="2000"/>
              <a:buChar char="•"/>
              <a:defRPr sz="3000"/>
            </a:lvl5pPr>
            <a:lvl6pPr indent="-355600" lvl="5" marL="2743200" algn="l">
              <a:lnSpc>
                <a:spcPct val="90000"/>
              </a:lnSpc>
              <a:spcBef>
                <a:spcPts val="750"/>
              </a:spcBef>
              <a:spcAft>
                <a:spcPts val="0"/>
              </a:spcAft>
              <a:buClr>
                <a:schemeClr val="dk1"/>
              </a:buClr>
              <a:buSzPts val="2000"/>
              <a:buChar char="•"/>
              <a:defRPr sz="3000"/>
            </a:lvl6pPr>
            <a:lvl7pPr indent="-355600" lvl="6" marL="3200400" algn="l">
              <a:lnSpc>
                <a:spcPct val="90000"/>
              </a:lnSpc>
              <a:spcBef>
                <a:spcPts val="750"/>
              </a:spcBef>
              <a:spcAft>
                <a:spcPts val="0"/>
              </a:spcAft>
              <a:buClr>
                <a:schemeClr val="dk1"/>
              </a:buClr>
              <a:buSzPts val="2000"/>
              <a:buChar char="•"/>
              <a:defRPr sz="3000"/>
            </a:lvl7pPr>
            <a:lvl8pPr indent="-355600" lvl="7" marL="3657600" algn="l">
              <a:lnSpc>
                <a:spcPct val="90000"/>
              </a:lnSpc>
              <a:spcBef>
                <a:spcPts val="750"/>
              </a:spcBef>
              <a:spcAft>
                <a:spcPts val="0"/>
              </a:spcAft>
              <a:buClr>
                <a:schemeClr val="dk1"/>
              </a:buClr>
              <a:buSzPts val="2000"/>
              <a:buChar char="•"/>
              <a:defRPr sz="3000"/>
            </a:lvl8pPr>
            <a:lvl9pPr indent="-355600" lvl="8" marL="4114800" algn="l">
              <a:lnSpc>
                <a:spcPct val="90000"/>
              </a:lnSpc>
              <a:spcBef>
                <a:spcPts val="750"/>
              </a:spcBef>
              <a:spcAft>
                <a:spcPts val="0"/>
              </a:spcAft>
              <a:buClr>
                <a:schemeClr val="dk1"/>
              </a:buClr>
              <a:buSzPts val="2000"/>
              <a:buChar char="•"/>
              <a:defRPr sz="3000"/>
            </a:lvl9pPr>
          </a:lstStyle>
          <a:p/>
        </p:txBody>
      </p:sp>
      <p:sp>
        <p:nvSpPr>
          <p:cNvPr id="64" name="Google Shape;64;p30"/>
          <p:cNvSpPr txBox="1"/>
          <p:nvPr>
            <p:ph idx="2" type="body"/>
          </p:nvPr>
        </p:nvSpPr>
        <p:spPr>
          <a:xfrm>
            <a:off x="1259683" y="3086100"/>
            <a:ext cx="5898356" cy="5717382"/>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500"/>
              </a:spcBef>
              <a:spcAft>
                <a:spcPts val="0"/>
              </a:spcAft>
              <a:buClr>
                <a:schemeClr val="dk1"/>
              </a:buClr>
              <a:buSzPts val="1600"/>
              <a:buNone/>
              <a:defRPr sz="2400"/>
            </a:lvl1pPr>
            <a:lvl2pPr indent="-228600" lvl="1" marL="914400" algn="l">
              <a:lnSpc>
                <a:spcPct val="90000"/>
              </a:lnSpc>
              <a:spcBef>
                <a:spcPts val="750"/>
              </a:spcBef>
              <a:spcAft>
                <a:spcPts val="0"/>
              </a:spcAft>
              <a:buClr>
                <a:schemeClr val="dk1"/>
              </a:buClr>
              <a:buSzPts val="1400"/>
              <a:buNone/>
              <a:defRPr sz="2100"/>
            </a:lvl2pPr>
            <a:lvl3pPr indent="-228600" lvl="2" marL="1371600" algn="l">
              <a:lnSpc>
                <a:spcPct val="90000"/>
              </a:lnSpc>
              <a:spcBef>
                <a:spcPts val="750"/>
              </a:spcBef>
              <a:spcAft>
                <a:spcPts val="0"/>
              </a:spcAft>
              <a:buClr>
                <a:schemeClr val="dk1"/>
              </a:buClr>
              <a:buSzPts val="1200"/>
              <a:buNone/>
              <a:defRPr sz="1800"/>
            </a:lvl3pPr>
            <a:lvl4pPr indent="-228600" lvl="3" marL="1828800" algn="l">
              <a:lnSpc>
                <a:spcPct val="90000"/>
              </a:lnSpc>
              <a:spcBef>
                <a:spcPts val="750"/>
              </a:spcBef>
              <a:spcAft>
                <a:spcPts val="0"/>
              </a:spcAft>
              <a:buClr>
                <a:schemeClr val="dk1"/>
              </a:buClr>
              <a:buSzPts val="1000"/>
              <a:buNone/>
              <a:defRPr sz="1500"/>
            </a:lvl4pPr>
            <a:lvl5pPr indent="-228600" lvl="4" marL="2286000" algn="l">
              <a:lnSpc>
                <a:spcPct val="90000"/>
              </a:lnSpc>
              <a:spcBef>
                <a:spcPts val="750"/>
              </a:spcBef>
              <a:spcAft>
                <a:spcPts val="0"/>
              </a:spcAft>
              <a:buClr>
                <a:schemeClr val="dk1"/>
              </a:buClr>
              <a:buSzPts val="1000"/>
              <a:buNone/>
              <a:defRPr sz="1500"/>
            </a:lvl5pPr>
            <a:lvl6pPr indent="-228600" lvl="5" marL="2743200" algn="l">
              <a:lnSpc>
                <a:spcPct val="90000"/>
              </a:lnSpc>
              <a:spcBef>
                <a:spcPts val="750"/>
              </a:spcBef>
              <a:spcAft>
                <a:spcPts val="0"/>
              </a:spcAft>
              <a:buClr>
                <a:schemeClr val="dk1"/>
              </a:buClr>
              <a:buSzPts val="1000"/>
              <a:buNone/>
              <a:defRPr sz="1500"/>
            </a:lvl6pPr>
            <a:lvl7pPr indent="-228600" lvl="6" marL="3200400" algn="l">
              <a:lnSpc>
                <a:spcPct val="90000"/>
              </a:lnSpc>
              <a:spcBef>
                <a:spcPts val="750"/>
              </a:spcBef>
              <a:spcAft>
                <a:spcPts val="0"/>
              </a:spcAft>
              <a:buClr>
                <a:schemeClr val="dk1"/>
              </a:buClr>
              <a:buSzPts val="1000"/>
              <a:buNone/>
              <a:defRPr sz="1500"/>
            </a:lvl7pPr>
            <a:lvl8pPr indent="-228600" lvl="7" marL="3657600" algn="l">
              <a:lnSpc>
                <a:spcPct val="90000"/>
              </a:lnSpc>
              <a:spcBef>
                <a:spcPts val="750"/>
              </a:spcBef>
              <a:spcAft>
                <a:spcPts val="0"/>
              </a:spcAft>
              <a:buClr>
                <a:schemeClr val="dk1"/>
              </a:buClr>
              <a:buSzPts val="1000"/>
              <a:buNone/>
              <a:defRPr sz="1500"/>
            </a:lvl8pPr>
            <a:lvl9pPr indent="-228600" lvl="8" marL="4114800" algn="l">
              <a:lnSpc>
                <a:spcPct val="90000"/>
              </a:lnSpc>
              <a:spcBef>
                <a:spcPts val="750"/>
              </a:spcBef>
              <a:spcAft>
                <a:spcPts val="0"/>
              </a:spcAft>
              <a:buClr>
                <a:schemeClr val="dk1"/>
              </a:buClr>
              <a:buSzPts val="1000"/>
              <a:buNone/>
              <a:defRPr sz="1500"/>
            </a:lvl9pPr>
          </a:lstStyle>
          <a:p/>
        </p:txBody>
      </p:sp>
      <p:sp>
        <p:nvSpPr>
          <p:cNvPr id="65" name="Google Shape;65;p30"/>
          <p:cNvSpPr txBox="1"/>
          <p:nvPr>
            <p:ph idx="10" type="dt"/>
          </p:nvPr>
        </p:nvSpPr>
        <p:spPr>
          <a:xfrm>
            <a:off x="1257300" y="9534526"/>
            <a:ext cx="4114800" cy="547688"/>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757575"/>
              </a:buClr>
              <a:buSzPts val="1400"/>
              <a:buFont typeface="Arial"/>
              <a:buNone/>
              <a:defRPr/>
            </a:lvl1pPr>
            <a:lvl2pPr lvl="1" algn="l">
              <a:lnSpc>
                <a:spcPct val="100000"/>
              </a:lnSpc>
              <a:spcBef>
                <a:spcPts val="0"/>
              </a:spcBef>
              <a:spcAft>
                <a:spcPts val="0"/>
              </a:spcAft>
              <a:buClr>
                <a:schemeClr val="dk1"/>
              </a:buClr>
              <a:buSzPts val="1400"/>
              <a:buFont typeface="Arial"/>
              <a:buNone/>
              <a:defRPr/>
            </a:lvl2pPr>
            <a:lvl3pPr lvl="2" algn="l">
              <a:lnSpc>
                <a:spcPct val="100000"/>
              </a:lnSpc>
              <a:spcBef>
                <a:spcPts val="0"/>
              </a:spcBef>
              <a:spcAft>
                <a:spcPts val="0"/>
              </a:spcAft>
              <a:buClr>
                <a:schemeClr val="dk1"/>
              </a:buClr>
              <a:buSzPts val="1400"/>
              <a:buFont typeface="Arial"/>
              <a:buNone/>
              <a:defRPr/>
            </a:lvl3pPr>
            <a:lvl4pPr lvl="3" algn="l">
              <a:lnSpc>
                <a:spcPct val="100000"/>
              </a:lnSpc>
              <a:spcBef>
                <a:spcPts val="0"/>
              </a:spcBef>
              <a:spcAft>
                <a:spcPts val="0"/>
              </a:spcAft>
              <a:buClr>
                <a:schemeClr val="dk1"/>
              </a:buClr>
              <a:buSzPts val="1400"/>
              <a:buFont typeface="Arial"/>
              <a:buNone/>
              <a:defRPr/>
            </a:lvl4pPr>
            <a:lvl5pPr lvl="4" algn="l">
              <a:lnSpc>
                <a:spcPct val="100000"/>
              </a:lnSpc>
              <a:spcBef>
                <a:spcPts val="0"/>
              </a:spcBef>
              <a:spcAft>
                <a:spcPts val="0"/>
              </a:spcAft>
              <a:buClr>
                <a:schemeClr val="dk1"/>
              </a:buClr>
              <a:buSzPts val="1400"/>
              <a:buFont typeface="Arial"/>
              <a:buNone/>
              <a:defRPr/>
            </a:lvl5pPr>
            <a:lvl6pPr lvl="5" algn="l">
              <a:lnSpc>
                <a:spcPct val="100000"/>
              </a:lnSpc>
              <a:spcBef>
                <a:spcPts val="0"/>
              </a:spcBef>
              <a:spcAft>
                <a:spcPts val="0"/>
              </a:spcAft>
              <a:buClr>
                <a:schemeClr val="dk1"/>
              </a:buClr>
              <a:buSzPts val="1400"/>
              <a:buFont typeface="Arial"/>
              <a:buNone/>
              <a:defRPr/>
            </a:lvl6pPr>
            <a:lvl7pPr lvl="6" algn="l">
              <a:lnSpc>
                <a:spcPct val="100000"/>
              </a:lnSpc>
              <a:spcBef>
                <a:spcPts val="0"/>
              </a:spcBef>
              <a:spcAft>
                <a:spcPts val="0"/>
              </a:spcAft>
              <a:buClr>
                <a:schemeClr val="dk1"/>
              </a:buClr>
              <a:buSzPts val="1400"/>
              <a:buFont typeface="Arial"/>
              <a:buNone/>
              <a:defRPr/>
            </a:lvl7pPr>
            <a:lvl8pPr lvl="7" algn="l">
              <a:lnSpc>
                <a:spcPct val="100000"/>
              </a:lnSpc>
              <a:spcBef>
                <a:spcPts val="0"/>
              </a:spcBef>
              <a:spcAft>
                <a:spcPts val="0"/>
              </a:spcAft>
              <a:buClr>
                <a:schemeClr val="dk1"/>
              </a:buClr>
              <a:buSzPts val="1400"/>
              <a:buFont typeface="Arial"/>
              <a:buNone/>
              <a:defRPr/>
            </a:lvl8pPr>
            <a:lvl9pPr lvl="8" algn="l">
              <a:lnSpc>
                <a:spcPct val="100000"/>
              </a:lnSpc>
              <a:spcBef>
                <a:spcPts val="0"/>
              </a:spcBef>
              <a:spcAft>
                <a:spcPts val="0"/>
              </a:spcAft>
              <a:buClr>
                <a:schemeClr val="dk1"/>
              </a:buClr>
              <a:buSzPts val="1400"/>
              <a:buFont typeface="Arial"/>
              <a:buNone/>
              <a:defRPr/>
            </a:lvl9pPr>
          </a:lstStyle>
          <a:p/>
        </p:txBody>
      </p:sp>
      <p:sp>
        <p:nvSpPr>
          <p:cNvPr id="66" name="Google Shape;66;p30"/>
          <p:cNvSpPr txBox="1"/>
          <p:nvPr>
            <p:ph idx="11" type="ftr"/>
          </p:nvPr>
        </p:nvSpPr>
        <p:spPr>
          <a:xfrm>
            <a:off x="6057900" y="9534526"/>
            <a:ext cx="6172200" cy="547688"/>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757575"/>
              </a:buClr>
              <a:buSzPts val="1400"/>
              <a:buFont typeface="Arial"/>
              <a:buNone/>
              <a:defRPr/>
            </a:lvl1pPr>
            <a:lvl2pPr lvl="1" algn="l">
              <a:lnSpc>
                <a:spcPct val="100000"/>
              </a:lnSpc>
              <a:spcBef>
                <a:spcPts val="0"/>
              </a:spcBef>
              <a:spcAft>
                <a:spcPts val="0"/>
              </a:spcAft>
              <a:buClr>
                <a:schemeClr val="dk1"/>
              </a:buClr>
              <a:buSzPts val="1400"/>
              <a:buFont typeface="Arial"/>
              <a:buNone/>
              <a:defRPr/>
            </a:lvl2pPr>
            <a:lvl3pPr lvl="2" algn="l">
              <a:lnSpc>
                <a:spcPct val="100000"/>
              </a:lnSpc>
              <a:spcBef>
                <a:spcPts val="0"/>
              </a:spcBef>
              <a:spcAft>
                <a:spcPts val="0"/>
              </a:spcAft>
              <a:buClr>
                <a:schemeClr val="dk1"/>
              </a:buClr>
              <a:buSzPts val="1400"/>
              <a:buFont typeface="Arial"/>
              <a:buNone/>
              <a:defRPr/>
            </a:lvl3pPr>
            <a:lvl4pPr lvl="3" algn="l">
              <a:lnSpc>
                <a:spcPct val="100000"/>
              </a:lnSpc>
              <a:spcBef>
                <a:spcPts val="0"/>
              </a:spcBef>
              <a:spcAft>
                <a:spcPts val="0"/>
              </a:spcAft>
              <a:buClr>
                <a:schemeClr val="dk1"/>
              </a:buClr>
              <a:buSzPts val="1400"/>
              <a:buFont typeface="Arial"/>
              <a:buNone/>
              <a:defRPr/>
            </a:lvl4pPr>
            <a:lvl5pPr lvl="4" algn="l">
              <a:lnSpc>
                <a:spcPct val="100000"/>
              </a:lnSpc>
              <a:spcBef>
                <a:spcPts val="0"/>
              </a:spcBef>
              <a:spcAft>
                <a:spcPts val="0"/>
              </a:spcAft>
              <a:buClr>
                <a:schemeClr val="dk1"/>
              </a:buClr>
              <a:buSzPts val="1400"/>
              <a:buFont typeface="Arial"/>
              <a:buNone/>
              <a:defRPr/>
            </a:lvl5pPr>
            <a:lvl6pPr lvl="5" algn="l">
              <a:lnSpc>
                <a:spcPct val="100000"/>
              </a:lnSpc>
              <a:spcBef>
                <a:spcPts val="0"/>
              </a:spcBef>
              <a:spcAft>
                <a:spcPts val="0"/>
              </a:spcAft>
              <a:buClr>
                <a:schemeClr val="dk1"/>
              </a:buClr>
              <a:buSzPts val="1400"/>
              <a:buFont typeface="Arial"/>
              <a:buNone/>
              <a:defRPr/>
            </a:lvl6pPr>
            <a:lvl7pPr lvl="6" algn="l">
              <a:lnSpc>
                <a:spcPct val="100000"/>
              </a:lnSpc>
              <a:spcBef>
                <a:spcPts val="0"/>
              </a:spcBef>
              <a:spcAft>
                <a:spcPts val="0"/>
              </a:spcAft>
              <a:buClr>
                <a:schemeClr val="dk1"/>
              </a:buClr>
              <a:buSzPts val="1400"/>
              <a:buFont typeface="Arial"/>
              <a:buNone/>
              <a:defRPr/>
            </a:lvl7pPr>
            <a:lvl8pPr lvl="7" algn="l">
              <a:lnSpc>
                <a:spcPct val="100000"/>
              </a:lnSpc>
              <a:spcBef>
                <a:spcPts val="0"/>
              </a:spcBef>
              <a:spcAft>
                <a:spcPts val="0"/>
              </a:spcAft>
              <a:buClr>
                <a:schemeClr val="dk1"/>
              </a:buClr>
              <a:buSzPts val="1400"/>
              <a:buFont typeface="Arial"/>
              <a:buNone/>
              <a:defRPr/>
            </a:lvl8pPr>
            <a:lvl9pPr lvl="8" algn="l">
              <a:lnSpc>
                <a:spcPct val="100000"/>
              </a:lnSpc>
              <a:spcBef>
                <a:spcPts val="0"/>
              </a:spcBef>
              <a:spcAft>
                <a:spcPts val="0"/>
              </a:spcAft>
              <a:buClr>
                <a:schemeClr val="dk1"/>
              </a:buClr>
              <a:buSzPts val="1400"/>
              <a:buFont typeface="Arial"/>
              <a:buNone/>
              <a:defRPr/>
            </a:lvl9pPr>
          </a:lstStyle>
          <a:p/>
        </p:txBody>
      </p:sp>
      <p:sp>
        <p:nvSpPr>
          <p:cNvPr id="67" name="Google Shape;67;p30"/>
          <p:cNvSpPr txBox="1"/>
          <p:nvPr>
            <p:ph idx="12" type="sldNum"/>
          </p:nvPr>
        </p:nvSpPr>
        <p:spPr>
          <a:xfrm>
            <a:off x="12915900" y="9534526"/>
            <a:ext cx="4114800" cy="547688"/>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8" name="Shape 68"/>
        <p:cNvGrpSpPr/>
        <p:nvPr/>
      </p:nvGrpSpPr>
      <p:grpSpPr>
        <a:xfrm>
          <a:off x="0" y="0"/>
          <a:ext cx="0" cy="0"/>
          <a:chOff x="0" y="0"/>
          <a:chExt cx="0" cy="0"/>
        </a:xfrm>
      </p:grpSpPr>
      <p:sp>
        <p:nvSpPr>
          <p:cNvPr id="69" name="Google Shape;69;p31"/>
          <p:cNvSpPr txBox="1"/>
          <p:nvPr>
            <p:ph type="title"/>
          </p:nvPr>
        </p:nvSpPr>
        <p:spPr>
          <a:xfrm>
            <a:off x="1259683" y="685800"/>
            <a:ext cx="5898356" cy="24003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4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31"/>
          <p:cNvSpPr/>
          <p:nvPr>
            <p:ph idx="2" type="pic"/>
          </p:nvPr>
        </p:nvSpPr>
        <p:spPr>
          <a:xfrm>
            <a:off x="7774782" y="1481138"/>
            <a:ext cx="9258300" cy="7310438"/>
          </a:xfrm>
          <a:prstGeom prst="rect">
            <a:avLst/>
          </a:prstGeom>
          <a:noFill/>
          <a:ln>
            <a:noFill/>
          </a:ln>
        </p:spPr>
      </p:sp>
      <p:sp>
        <p:nvSpPr>
          <p:cNvPr id="71" name="Google Shape;71;p31"/>
          <p:cNvSpPr txBox="1"/>
          <p:nvPr>
            <p:ph idx="1" type="body"/>
          </p:nvPr>
        </p:nvSpPr>
        <p:spPr>
          <a:xfrm>
            <a:off x="1259683" y="3086100"/>
            <a:ext cx="5898356" cy="5717382"/>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500"/>
              </a:spcBef>
              <a:spcAft>
                <a:spcPts val="0"/>
              </a:spcAft>
              <a:buClr>
                <a:schemeClr val="dk1"/>
              </a:buClr>
              <a:buSzPts val="1600"/>
              <a:buNone/>
              <a:defRPr sz="2400"/>
            </a:lvl1pPr>
            <a:lvl2pPr indent="-228600" lvl="1" marL="914400" algn="l">
              <a:lnSpc>
                <a:spcPct val="90000"/>
              </a:lnSpc>
              <a:spcBef>
                <a:spcPts val="750"/>
              </a:spcBef>
              <a:spcAft>
                <a:spcPts val="0"/>
              </a:spcAft>
              <a:buClr>
                <a:schemeClr val="dk1"/>
              </a:buClr>
              <a:buSzPts val="1400"/>
              <a:buNone/>
              <a:defRPr sz="2100"/>
            </a:lvl2pPr>
            <a:lvl3pPr indent="-228600" lvl="2" marL="1371600" algn="l">
              <a:lnSpc>
                <a:spcPct val="90000"/>
              </a:lnSpc>
              <a:spcBef>
                <a:spcPts val="750"/>
              </a:spcBef>
              <a:spcAft>
                <a:spcPts val="0"/>
              </a:spcAft>
              <a:buClr>
                <a:schemeClr val="dk1"/>
              </a:buClr>
              <a:buSzPts val="1200"/>
              <a:buNone/>
              <a:defRPr sz="1800"/>
            </a:lvl3pPr>
            <a:lvl4pPr indent="-228600" lvl="3" marL="1828800" algn="l">
              <a:lnSpc>
                <a:spcPct val="90000"/>
              </a:lnSpc>
              <a:spcBef>
                <a:spcPts val="750"/>
              </a:spcBef>
              <a:spcAft>
                <a:spcPts val="0"/>
              </a:spcAft>
              <a:buClr>
                <a:schemeClr val="dk1"/>
              </a:buClr>
              <a:buSzPts val="1000"/>
              <a:buNone/>
              <a:defRPr sz="1500"/>
            </a:lvl4pPr>
            <a:lvl5pPr indent="-228600" lvl="4" marL="2286000" algn="l">
              <a:lnSpc>
                <a:spcPct val="90000"/>
              </a:lnSpc>
              <a:spcBef>
                <a:spcPts val="750"/>
              </a:spcBef>
              <a:spcAft>
                <a:spcPts val="0"/>
              </a:spcAft>
              <a:buClr>
                <a:schemeClr val="dk1"/>
              </a:buClr>
              <a:buSzPts val="1000"/>
              <a:buNone/>
              <a:defRPr sz="1500"/>
            </a:lvl5pPr>
            <a:lvl6pPr indent="-228600" lvl="5" marL="2743200" algn="l">
              <a:lnSpc>
                <a:spcPct val="90000"/>
              </a:lnSpc>
              <a:spcBef>
                <a:spcPts val="750"/>
              </a:spcBef>
              <a:spcAft>
                <a:spcPts val="0"/>
              </a:spcAft>
              <a:buClr>
                <a:schemeClr val="dk1"/>
              </a:buClr>
              <a:buSzPts val="1000"/>
              <a:buNone/>
              <a:defRPr sz="1500"/>
            </a:lvl6pPr>
            <a:lvl7pPr indent="-228600" lvl="6" marL="3200400" algn="l">
              <a:lnSpc>
                <a:spcPct val="90000"/>
              </a:lnSpc>
              <a:spcBef>
                <a:spcPts val="750"/>
              </a:spcBef>
              <a:spcAft>
                <a:spcPts val="0"/>
              </a:spcAft>
              <a:buClr>
                <a:schemeClr val="dk1"/>
              </a:buClr>
              <a:buSzPts val="1000"/>
              <a:buNone/>
              <a:defRPr sz="1500"/>
            </a:lvl7pPr>
            <a:lvl8pPr indent="-228600" lvl="7" marL="3657600" algn="l">
              <a:lnSpc>
                <a:spcPct val="90000"/>
              </a:lnSpc>
              <a:spcBef>
                <a:spcPts val="750"/>
              </a:spcBef>
              <a:spcAft>
                <a:spcPts val="0"/>
              </a:spcAft>
              <a:buClr>
                <a:schemeClr val="dk1"/>
              </a:buClr>
              <a:buSzPts val="1000"/>
              <a:buNone/>
              <a:defRPr sz="1500"/>
            </a:lvl8pPr>
            <a:lvl9pPr indent="-228600" lvl="8" marL="4114800" algn="l">
              <a:lnSpc>
                <a:spcPct val="90000"/>
              </a:lnSpc>
              <a:spcBef>
                <a:spcPts val="750"/>
              </a:spcBef>
              <a:spcAft>
                <a:spcPts val="0"/>
              </a:spcAft>
              <a:buClr>
                <a:schemeClr val="dk1"/>
              </a:buClr>
              <a:buSzPts val="1000"/>
              <a:buNone/>
              <a:defRPr sz="1500"/>
            </a:lvl9pPr>
          </a:lstStyle>
          <a:p/>
        </p:txBody>
      </p:sp>
      <p:sp>
        <p:nvSpPr>
          <p:cNvPr id="72" name="Google Shape;72;p31"/>
          <p:cNvSpPr txBox="1"/>
          <p:nvPr>
            <p:ph idx="10" type="dt"/>
          </p:nvPr>
        </p:nvSpPr>
        <p:spPr>
          <a:xfrm>
            <a:off x="1257300" y="9534526"/>
            <a:ext cx="4114800" cy="547688"/>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757575"/>
              </a:buClr>
              <a:buSzPts val="1400"/>
              <a:buFont typeface="Arial"/>
              <a:buNone/>
              <a:defRPr/>
            </a:lvl1pPr>
            <a:lvl2pPr lvl="1" algn="l">
              <a:lnSpc>
                <a:spcPct val="100000"/>
              </a:lnSpc>
              <a:spcBef>
                <a:spcPts val="0"/>
              </a:spcBef>
              <a:spcAft>
                <a:spcPts val="0"/>
              </a:spcAft>
              <a:buClr>
                <a:schemeClr val="dk1"/>
              </a:buClr>
              <a:buSzPts val="1400"/>
              <a:buFont typeface="Arial"/>
              <a:buNone/>
              <a:defRPr/>
            </a:lvl2pPr>
            <a:lvl3pPr lvl="2" algn="l">
              <a:lnSpc>
                <a:spcPct val="100000"/>
              </a:lnSpc>
              <a:spcBef>
                <a:spcPts val="0"/>
              </a:spcBef>
              <a:spcAft>
                <a:spcPts val="0"/>
              </a:spcAft>
              <a:buClr>
                <a:schemeClr val="dk1"/>
              </a:buClr>
              <a:buSzPts val="1400"/>
              <a:buFont typeface="Arial"/>
              <a:buNone/>
              <a:defRPr/>
            </a:lvl3pPr>
            <a:lvl4pPr lvl="3" algn="l">
              <a:lnSpc>
                <a:spcPct val="100000"/>
              </a:lnSpc>
              <a:spcBef>
                <a:spcPts val="0"/>
              </a:spcBef>
              <a:spcAft>
                <a:spcPts val="0"/>
              </a:spcAft>
              <a:buClr>
                <a:schemeClr val="dk1"/>
              </a:buClr>
              <a:buSzPts val="1400"/>
              <a:buFont typeface="Arial"/>
              <a:buNone/>
              <a:defRPr/>
            </a:lvl4pPr>
            <a:lvl5pPr lvl="4" algn="l">
              <a:lnSpc>
                <a:spcPct val="100000"/>
              </a:lnSpc>
              <a:spcBef>
                <a:spcPts val="0"/>
              </a:spcBef>
              <a:spcAft>
                <a:spcPts val="0"/>
              </a:spcAft>
              <a:buClr>
                <a:schemeClr val="dk1"/>
              </a:buClr>
              <a:buSzPts val="1400"/>
              <a:buFont typeface="Arial"/>
              <a:buNone/>
              <a:defRPr/>
            </a:lvl5pPr>
            <a:lvl6pPr lvl="5" algn="l">
              <a:lnSpc>
                <a:spcPct val="100000"/>
              </a:lnSpc>
              <a:spcBef>
                <a:spcPts val="0"/>
              </a:spcBef>
              <a:spcAft>
                <a:spcPts val="0"/>
              </a:spcAft>
              <a:buClr>
                <a:schemeClr val="dk1"/>
              </a:buClr>
              <a:buSzPts val="1400"/>
              <a:buFont typeface="Arial"/>
              <a:buNone/>
              <a:defRPr/>
            </a:lvl6pPr>
            <a:lvl7pPr lvl="6" algn="l">
              <a:lnSpc>
                <a:spcPct val="100000"/>
              </a:lnSpc>
              <a:spcBef>
                <a:spcPts val="0"/>
              </a:spcBef>
              <a:spcAft>
                <a:spcPts val="0"/>
              </a:spcAft>
              <a:buClr>
                <a:schemeClr val="dk1"/>
              </a:buClr>
              <a:buSzPts val="1400"/>
              <a:buFont typeface="Arial"/>
              <a:buNone/>
              <a:defRPr/>
            </a:lvl7pPr>
            <a:lvl8pPr lvl="7" algn="l">
              <a:lnSpc>
                <a:spcPct val="100000"/>
              </a:lnSpc>
              <a:spcBef>
                <a:spcPts val="0"/>
              </a:spcBef>
              <a:spcAft>
                <a:spcPts val="0"/>
              </a:spcAft>
              <a:buClr>
                <a:schemeClr val="dk1"/>
              </a:buClr>
              <a:buSzPts val="1400"/>
              <a:buFont typeface="Arial"/>
              <a:buNone/>
              <a:defRPr/>
            </a:lvl8pPr>
            <a:lvl9pPr lvl="8" algn="l">
              <a:lnSpc>
                <a:spcPct val="100000"/>
              </a:lnSpc>
              <a:spcBef>
                <a:spcPts val="0"/>
              </a:spcBef>
              <a:spcAft>
                <a:spcPts val="0"/>
              </a:spcAft>
              <a:buClr>
                <a:schemeClr val="dk1"/>
              </a:buClr>
              <a:buSzPts val="1400"/>
              <a:buFont typeface="Arial"/>
              <a:buNone/>
              <a:defRPr/>
            </a:lvl9pPr>
          </a:lstStyle>
          <a:p/>
        </p:txBody>
      </p:sp>
      <p:sp>
        <p:nvSpPr>
          <p:cNvPr id="73" name="Google Shape;73;p31"/>
          <p:cNvSpPr txBox="1"/>
          <p:nvPr>
            <p:ph idx="11" type="ftr"/>
          </p:nvPr>
        </p:nvSpPr>
        <p:spPr>
          <a:xfrm>
            <a:off x="6057900" y="9534526"/>
            <a:ext cx="6172200" cy="547688"/>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757575"/>
              </a:buClr>
              <a:buSzPts val="1400"/>
              <a:buFont typeface="Arial"/>
              <a:buNone/>
              <a:defRPr/>
            </a:lvl1pPr>
            <a:lvl2pPr lvl="1" algn="l">
              <a:lnSpc>
                <a:spcPct val="100000"/>
              </a:lnSpc>
              <a:spcBef>
                <a:spcPts val="0"/>
              </a:spcBef>
              <a:spcAft>
                <a:spcPts val="0"/>
              </a:spcAft>
              <a:buClr>
                <a:schemeClr val="dk1"/>
              </a:buClr>
              <a:buSzPts val="1400"/>
              <a:buFont typeface="Arial"/>
              <a:buNone/>
              <a:defRPr/>
            </a:lvl2pPr>
            <a:lvl3pPr lvl="2" algn="l">
              <a:lnSpc>
                <a:spcPct val="100000"/>
              </a:lnSpc>
              <a:spcBef>
                <a:spcPts val="0"/>
              </a:spcBef>
              <a:spcAft>
                <a:spcPts val="0"/>
              </a:spcAft>
              <a:buClr>
                <a:schemeClr val="dk1"/>
              </a:buClr>
              <a:buSzPts val="1400"/>
              <a:buFont typeface="Arial"/>
              <a:buNone/>
              <a:defRPr/>
            </a:lvl3pPr>
            <a:lvl4pPr lvl="3" algn="l">
              <a:lnSpc>
                <a:spcPct val="100000"/>
              </a:lnSpc>
              <a:spcBef>
                <a:spcPts val="0"/>
              </a:spcBef>
              <a:spcAft>
                <a:spcPts val="0"/>
              </a:spcAft>
              <a:buClr>
                <a:schemeClr val="dk1"/>
              </a:buClr>
              <a:buSzPts val="1400"/>
              <a:buFont typeface="Arial"/>
              <a:buNone/>
              <a:defRPr/>
            </a:lvl4pPr>
            <a:lvl5pPr lvl="4" algn="l">
              <a:lnSpc>
                <a:spcPct val="100000"/>
              </a:lnSpc>
              <a:spcBef>
                <a:spcPts val="0"/>
              </a:spcBef>
              <a:spcAft>
                <a:spcPts val="0"/>
              </a:spcAft>
              <a:buClr>
                <a:schemeClr val="dk1"/>
              </a:buClr>
              <a:buSzPts val="1400"/>
              <a:buFont typeface="Arial"/>
              <a:buNone/>
              <a:defRPr/>
            </a:lvl5pPr>
            <a:lvl6pPr lvl="5" algn="l">
              <a:lnSpc>
                <a:spcPct val="100000"/>
              </a:lnSpc>
              <a:spcBef>
                <a:spcPts val="0"/>
              </a:spcBef>
              <a:spcAft>
                <a:spcPts val="0"/>
              </a:spcAft>
              <a:buClr>
                <a:schemeClr val="dk1"/>
              </a:buClr>
              <a:buSzPts val="1400"/>
              <a:buFont typeface="Arial"/>
              <a:buNone/>
              <a:defRPr/>
            </a:lvl6pPr>
            <a:lvl7pPr lvl="6" algn="l">
              <a:lnSpc>
                <a:spcPct val="100000"/>
              </a:lnSpc>
              <a:spcBef>
                <a:spcPts val="0"/>
              </a:spcBef>
              <a:spcAft>
                <a:spcPts val="0"/>
              </a:spcAft>
              <a:buClr>
                <a:schemeClr val="dk1"/>
              </a:buClr>
              <a:buSzPts val="1400"/>
              <a:buFont typeface="Arial"/>
              <a:buNone/>
              <a:defRPr/>
            </a:lvl7pPr>
            <a:lvl8pPr lvl="7" algn="l">
              <a:lnSpc>
                <a:spcPct val="100000"/>
              </a:lnSpc>
              <a:spcBef>
                <a:spcPts val="0"/>
              </a:spcBef>
              <a:spcAft>
                <a:spcPts val="0"/>
              </a:spcAft>
              <a:buClr>
                <a:schemeClr val="dk1"/>
              </a:buClr>
              <a:buSzPts val="1400"/>
              <a:buFont typeface="Arial"/>
              <a:buNone/>
              <a:defRPr/>
            </a:lvl8pPr>
            <a:lvl9pPr lvl="8" algn="l">
              <a:lnSpc>
                <a:spcPct val="100000"/>
              </a:lnSpc>
              <a:spcBef>
                <a:spcPts val="0"/>
              </a:spcBef>
              <a:spcAft>
                <a:spcPts val="0"/>
              </a:spcAft>
              <a:buClr>
                <a:schemeClr val="dk1"/>
              </a:buClr>
              <a:buSzPts val="1400"/>
              <a:buFont typeface="Arial"/>
              <a:buNone/>
              <a:defRPr/>
            </a:lvl9pPr>
          </a:lstStyle>
          <a:p/>
        </p:txBody>
      </p:sp>
      <p:sp>
        <p:nvSpPr>
          <p:cNvPr id="74" name="Google Shape;74;p31"/>
          <p:cNvSpPr txBox="1"/>
          <p:nvPr>
            <p:ph idx="12" type="sldNum"/>
          </p:nvPr>
        </p:nvSpPr>
        <p:spPr>
          <a:xfrm>
            <a:off x="12915900" y="9534526"/>
            <a:ext cx="4114800" cy="547688"/>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5" name="Shape 75"/>
        <p:cNvGrpSpPr/>
        <p:nvPr/>
      </p:nvGrpSpPr>
      <p:grpSpPr>
        <a:xfrm>
          <a:off x="0" y="0"/>
          <a:ext cx="0" cy="0"/>
          <a:chOff x="0" y="0"/>
          <a:chExt cx="0" cy="0"/>
        </a:xfrm>
      </p:grpSpPr>
      <p:sp>
        <p:nvSpPr>
          <p:cNvPr id="76" name="Google Shape;76;p32"/>
          <p:cNvSpPr txBox="1"/>
          <p:nvPr>
            <p:ph type="title"/>
          </p:nvPr>
        </p:nvSpPr>
        <p:spPr>
          <a:xfrm>
            <a:off x="1257300" y="547688"/>
            <a:ext cx="15773400" cy="198834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32"/>
          <p:cNvSpPr txBox="1"/>
          <p:nvPr>
            <p:ph idx="1" type="body"/>
          </p:nvPr>
        </p:nvSpPr>
        <p:spPr>
          <a:xfrm rot="5400000">
            <a:off x="5880497" y="-1884759"/>
            <a:ext cx="6527007" cy="157734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500"/>
              </a:spcBef>
              <a:spcAft>
                <a:spcPts val="0"/>
              </a:spcAft>
              <a:buClr>
                <a:schemeClr val="dk1"/>
              </a:buClr>
              <a:buSzPts val="1800"/>
              <a:buChar char="•"/>
              <a:defRPr/>
            </a:lvl1pPr>
            <a:lvl2pPr indent="-342900" lvl="1" marL="914400" algn="l">
              <a:lnSpc>
                <a:spcPct val="90000"/>
              </a:lnSpc>
              <a:spcBef>
                <a:spcPts val="750"/>
              </a:spcBef>
              <a:spcAft>
                <a:spcPts val="0"/>
              </a:spcAft>
              <a:buClr>
                <a:schemeClr val="dk1"/>
              </a:buClr>
              <a:buSzPts val="1800"/>
              <a:buChar char="•"/>
              <a:defRPr/>
            </a:lvl2pPr>
            <a:lvl3pPr indent="-342900" lvl="2" marL="1371600" algn="l">
              <a:lnSpc>
                <a:spcPct val="90000"/>
              </a:lnSpc>
              <a:spcBef>
                <a:spcPts val="750"/>
              </a:spcBef>
              <a:spcAft>
                <a:spcPts val="0"/>
              </a:spcAft>
              <a:buClr>
                <a:schemeClr val="dk1"/>
              </a:buClr>
              <a:buSzPts val="1800"/>
              <a:buChar char="•"/>
              <a:defRPr/>
            </a:lvl3pPr>
            <a:lvl4pPr indent="-342900" lvl="3" marL="1828800" algn="l">
              <a:lnSpc>
                <a:spcPct val="90000"/>
              </a:lnSpc>
              <a:spcBef>
                <a:spcPts val="750"/>
              </a:spcBef>
              <a:spcAft>
                <a:spcPts val="0"/>
              </a:spcAft>
              <a:buClr>
                <a:schemeClr val="dk1"/>
              </a:buClr>
              <a:buSzPts val="1800"/>
              <a:buChar char="•"/>
              <a:defRPr/>
            </a:lvl4pPr>
            <a:lvl5pPr indent="-342900" lvl="4" marL="2286000" algn="l">
              <a:lnSpc>
                <a:spcPct val="90000"/>
              </a:lnSpc>
              <a:spcBef>
                <a:spcPts val="750"/>
              </a:spcBef>
              <a:spcAft>
                <a:spcPts val="0"/>
              </a:spcAft>
              <a:buClr>
                <a:schemeClr val="dk1"/>
              </a:buClr>
              <a:buSzPts val="1800"/>
              <a:buChar char="•"/>
              <a:defRPr/>
            </a:lvl5pPr>
            <a:lvl6pPr indent="-342900" lvl="5" marL="2743200" algn="l">
              <a:lnSpc>
                <a:spcPct val="90000"/>
              </a:lnSpc>
              <a:spcBef>
                <a:spcPts val="750"/>
              </a:spcBef>
              <a:spcAft>
                <a:spcPts val="0"/>
              </a:spcAft>
              <a:buClr>
                <a:schemeClr val="dk1"/>
              </a:buClr>
              <a:buSzPts val="1800"/>
              <a:buChar char="•"/>
              <a:defRPr/>
            </a:lvl6pPr>
            <a:lvl7pPr indent="-342900" lvl="6" marL="3200400" algn="l">
              <a:lnSpc>
                <a:spcPct val="90000"/>
              </a:lnSpc>
              <a:spcBef>
                <a:spcPts val="750"/>
              </a:spcBef>
              <a:spcAft>
                <a:spcPts val="0"/>
              </a:spcAft>
              <a:buClr>
                <a:schemeClr val="dk1"/>
              </a:buClr>
              <a:buSzPts val="1800"/>
              <a:buChar char="•"/>
              <a:defRPr/>
            </a:lvl7pPr>
            <a:lvl8pPr indent="-342900" lvl="7" marL="3657600" algn="l">
              <a:lnSpc>
                <a:spcPct val="90000"/>
              </a:lnSpc>
              <a:spcBef>
                <a:spcPts val="750"/>
              </a:spcBef>
              <a:spcAft>
                <a:spcPts val="0"/>
              </a:spcAft>
              <a:buClr>
                <a:schemeClr val="dk1"/>
              </a:buClr>
              <a:buSzPts val="1800"/>
              <a:buChar char="•"/>
              <a:defRPr/>
            </a:lvl8pPr>
            <a:lvl9pPr indent="-342900" lvl="8" marL="4114800" algn="l">
              <a:lnSpc>
                <a:spcPct val="90000"/>
              </a:lnSpc>
              <a:spcBef>
                <a:spcPts val="750"/>
              </a:spcBef>
              <a:spcAft>
                <a:spcPts val="0"/>
              </a:spcAft>
              <a:buClr>
                <a:schemeClr val="dk1"/>
              </a:buClr>
              <a:buSzPts val="1800"/>
              <a:buChar char="•"/>
              <a:defRPr/>
            </a:lvl9pPr>
          </a:lstStyle>
          <a:p/>
        </p:txBody>
      </p:sp>
      <p:sp>
        <p:nvSpPr>
          <p:cNvPr id="78" name="Google Shape;78;p32"/>
          <p:cNvSpPr txBox="1"/>
          <p:nvPr>
            <p:ph idx="10" type="dt"/>
          </p:nvPr>
        </p:nvSpPr>
        <p:spPr>
          <a:xfrm>
            <a:off x="1257300" y="9534526"/>
            <a:ext cx="4114800" cy="547688"/>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757575"/>
              </a:buClr>
              <a:buSzPts val="1400"/>
              <a:buFont typeface="Arial"/>
              <a:buNone/>
              <a:defRPr/>
            </a:lvl1pPr>
            <a:lvl2pPr lvl="1" algn="l">
              <a:lnSpc>
                <a:spcPct val="100000"/>
              </a:lnSpc>
              <a:spcBef>
                <a:spcPts val="0"/>
              </a:spcBef>
              <a:spcAft>
                <a:spcPts val="0"/>
              </a:spcAft>
              <a:buClr>
                <a:schemeClr val="dk1"/>
              </a:buClr>
              <a:buSzPts val="1400"/>
              <a:buFont typeface="Arial"/>
              <a:buNone/>
              <a:defRPr/>
            </a:lvl2pPr>
            <a:lvl3pPr lvl="2" algn="l">
              <a:lnSpc>
                <a:spcPct val="100000"/>
              </a:lnSpc>
              <a:spcBef>
                <a:spcPts val="0"/>
              </a:spcBef>
              <a:spcAft>
                <a:spcPts val="0"/>
              </a:spcAft>
              <a:buClr>
                <a:schemeClr val="dk1"/>
              </a:buClr>
              <a:buSzPts val="1400"/>
              <a:buFont typeface="Arial"/>
              <a:buNone/>
              <a:defRPr/>
            </a:lvl3pPr>
            <a:lvl4pPr lvl="3" algn="l">
              <a:lnSpc>
                <a:spcPct val="100000"/>
              </a:lnSpc>
              <a:spcBef>
                <a:spcPts val="0"/>
              </a:spcBef>
              <a:spcAft>
                <a:spcPts val="0"/>
              </a:spcAft>
              <a:buClr>
                <a:schemeClr val="dk1"/>
              </a:buClr>
              <a:buSzPts val="1400"/>
              <a:buFont typeface="Arial"/>
              <a:buNone/>
              <a:defRPr/>
            </a:lvl4pPr>
            <a:lvl5pPr lvl="4" algn="l">
              <a:lnSpc>
                <a:spcPct val="100000"/>
              </a:lnSpc>
              <a:spcBef>
                <a:spcPts val="0"/>
              </a:spcBef>
              <a:spcAft>
                <a:spcPts val="0"/>
              </a:spcAft>
              <a:buClr>
                <a:schemeClr val="dk1"/>
              </a:buClr>
              <a:buSzPts val="1400"/>
              <a:buFont typeface="Arial"/>
              <a:buNone/>
              <a:defRPr/>
            </a:lvl5pPr>
            <a:lvl6pPr lvl="5" algn="l">
              <a:lnSpc>
                <a:spcPct val="100000"/>
              </a:lnSpc>
              <a:spcBef>
                <a:spcPts val="0"/>
              </a:spcBef>
              <a:spcAft>
                <a:spcPts val="0"/>
              </a:spcAft>
              <a:buClr>
                <a:schemeClr val="dk1"/>
              </a:buClr>
              <a:buSzPts val="1400"/>
              <a:buFont typeface="Arial"/>
              <a:buNone/>
              <a:defRPr/>
            </a:lvl6pPr>
            <a:lvl7pPr lvl="6" algn="l">
              <a:lnSpc>
                <a:spcPct val="100000"/>
              </a:lnSpc>
              <a:spcBef>
                <a:spcPts val="0"/>
              </a:spcBef>
              <a:spcAft>
                <a:spcPts val="0"/>
              </a:spcAft>
              <a:buClr>
                <a:schemeClr val="dk1"/>
              </a:buClr>
              <a:buSzPts val="1400"/>
              <a:buFont typeface="Arial"/>
              <a:buNone/>
              <a:defRPr/>
            </a:lvl7pPr>
            <a:lvl8pPr lvl="7" algn="l">
              <a:lnSpc>
                <a:spcPct val="100000"/>
              </a:lnSpc>
              <a:spcBef>
                <a:spcPts val="0"/>
              </a:spcBef>
              <a:spcAft>
                <a:spcPts val="0"/>
              </a:spcAft>
              <a:buClr>
                <a:schemeClr val="dk1"/>
              </a:buClr>
              <a:buSzPts val="1400"/>
              <a:buFont typeface="Arial"/>
              <a:buNone/>
              <a:defRPr/>
            </a:lvl8pPr>
            <a:lvl9pPr lvl="8" algn="l">
              <a:lnSpc>
                <a:spcPct val="100000"/>
              </a:lnSpc>
              <a:spcBef>
                <a:spcPts val="0"/>
              </a:spcBef>
              <a:spcAft>
                <a:spcPts val="0"/>
              </a:spcAft>
              <a:buClr>
                <a:schemeClr val="dk1"/>
              </a:buClr>
              <a:buSzPts val="1400"/>
              <a:buFont typeface="Arial"/>
              <a:buNone/>
              <a:defRPr/>
            </a:lvl9pPr>
          </a:lstStyle>
          <a:p/>
        </p:txBody>
      </p:sp>
      <p:sp>
        <p:nvSpPr>
          <p:cNvPr id="79" name="Google Shape;79;p32"/>
          <p:cNvSpPr txBox="1"/>
          <p:nvPr>
            <p:ph idx="11" type="ftr"/>
          </p:nvPr>
        </p:nvSpPr>
        <p:spPr>
          <a:xfrm>
            <a:off x="6057900" y="9534526"/>
            <a:ext cx="6172200" cy="547688"/>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757575"/>
              </a:buClr>
              <a:buSzPts val="1400"/>
              <a:buFont typeface="Arial"/>
              <a:buNone/>
              <a:defRPr/>
            </a:lvl1pPr>
            <a:lvl2pPr lvl="1" algn="l">
              <a:lnSpc>
                <a:spcPct val="100000"/>
              </a:lnSpc>
              <a:spcBef>
                <a:spcPts val="0"/>
              </a:spcBef>
              <a:spcAft>
                <a:spcPts val="0"/>
              </a:spcAft>
              <a:buClr>
                <a:schemeClr val="dk1"/>
              </a:buClr>
              <a:buSzPts val="1400"/>
              <a:buFont typeface="Arial"/>
              <a:buNone/>
              <a:defRPr/>
            </a:lvl2pPr>
            <a:lvl3pPr lvl="2" algn="l">
              <a:lnSpc>
                <a:spcPct val="100000"/>
              </a:lnSpc>
              <a:spcBef>
                <a:spcPts val="0"/>
              </a:spcBef>
              <a:spcAft>
                <a:spcPts val="0"/>
              </a:spcAft>
              <a:buClr>
                <a:schemeClr val="dk1"/>
              </a:buClr>
              <a:buSzPts val="1400"/>
              <a:buFont typeface="Arial"/>
              <a:buNone/>
              <a:defRPr/>
            </a:lvl3pPr>
            <a:lvl4pPr lvl="3" algn="l">
              <a:lnSpc>
                <a:spcPct val="100000"/>
              </a:lnSpc>
              <a:spcBef>
                <a:spcPts val="0"/>
              </a:spcBef>
              <a:spcAft>
                <a:spcPts val="0"/>
              </a:spcAft>
              <a:buClr>
                <a:schemeClr val="dk1"/>
              </a:buClr>
              <a:buSzPts val="1400"/>
              <a:buFont typeface="Arial"/>
              <a:buNone/>
              <a:defRPr/>
            </a:lvl4pPr>
            <a:lvl5pPr lvl="4" algn="l">
              <a:lnSpc>
                <a:spcPct val="100000"/>
              </a:lnSpc>
              <a:spcBef>
                <a:spcPts val="0"/>
              </a:spcBef>
              <a:spcAft>
                <a:spcPts val="0"/>
              </a:spcAft>
              <a:buClr>
                <a:schemeClr val="dk1"/>
              </a:buClr>
              <a:buSzPts val="1400"/>
              <a:buFont typeface="Arial"/>
              <a:buNone/>
              <a:defRPr/>
            </a:lvl5pPr>
            <a:lvl6pPr lvl="5" algn="l">
              <a:lnSpc>
                <a:spcPct val="100000"/>
              </a:lnSpc>
              <a:spcBef>
                <a:spcPts val="0"/>
              </a:spcBef>
              <a:spcAft>
                <a:spcPts val="0"/>
              </a:spcAft>
              <a:buClr>
                <a:schemeClr val="dk1"/>
              </a:buClr>
              <a:buSzPts val="1400"/>
              <a:buFont typeface="Arial"/>
              <a:buNone/>
              <a:defRPr/>
            </a:lvl6pPr>
            <a:lvl7pPr lvl="6" algn="l">
              <a:lnSpc>
                <a:spcPct val="100000"/>
              </a:lnSpc>
              <a:spcBef>
                <a:spcPts val="0"/>
              </a:spcBef>
              <a:spcAft>
                <a:spcPts val="0"/>
              </a:spcAft>
              <a:buClr>
                <a:schemeClr val="dk1"/>
              </a:buClr>
              <a:buSzPts val="1400"/>
              <a:buFont typeface="Arial"/>
              <a:buNone/>
              <a:defRPr/>
            </a:lvl7pPr>
            <a:lvl8pPr lvl="7" algn="l">
              <a:lnSpc>
                <a:spcPct val="100000"/>
              </a:lnSpc>
              <a:spcBef>
                <a:spcPts val="0"/>
              </a:spcBef>
              <a:spcAft>
                <a:spcPts val="0"/>
              </a:spcAft>
              <a:buClr>
                <a:schemeClr val="dk1"/>
              </a:buClr>
              <a:buSzPts val="1400"/>
              <a:buFont typeface="Arial"/>
              <a:buNone/>
              <a:defRPr/>
            </a:lvl8pPr>
            <a:lvl9pPr lvl="8" algn="l">
              <a:lnSpc>
                <a:spcPct val="100000"/>
              </a:lnSpc>
              <a:spcBef>
                <a:spcPts val="0"/>
              </a:spcBef>
              <a:spcAft>
                <a:spcPts val="0"/>
              </a:spcAft>
              <a:buClr>
                <a:schemeClr val="dk1"/>
              </a:buClr>
              <a:buSzPts val="1400"/>
              <a:buFont typeface="Arial"/>
              <a:buNone/>
              <a:defRPr/>
            </a:lvl9pPr>
          </a:lstStyle>
          <a:p/>
        </p:txBody>
      </p:sp>
      <p:sp>
        <p:nvSpPr>
          <p:cNvPr id="80" name="Google Shape;80;p32"/>
          <p:cNvSpPr txBox="1"/>
          <p:nvPr>
            <p:ph idx="12" type="sldNum"/>
          </p:nvPr>
        </p:nvSpPr>
        <p:spPr>
          <a:xfrm>
            <a:off x="12915900" y="9534526"/>
            <a:ext cx="4114800" cy="547688"/>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1" name="Shape 81"/>
        <p:cNvGrpSpPr/>
        <p:nvPr/>
      </p:nvGrpSpPr>
      <p:grpSpPr>
        <a:xfrm>
          <a:off x="0" y="0"/>
          <a:ext cx="0" cy="0"/>
          <a:chOff x="0" y="0"/>
          <a:chExt cx="0" cy="0"/>
        </a:xfrm>
      </p:grpSpPr>
      <p:sp>
        <p:nvSpPr>
          <p:cNvPr id="82" name="Google Shape;82;p33"/>
          <p:cNvSpPr txBox="1"/>
          <p:nvPr>
            <p:ph type="title"/>
          </p:nvPr>
        </p:nvSpPr>
        <p:spPr>
          <a:xfrm rot="5400000">
            <a:off x="10700147" y="2934891"/>
            <a:ext cx="8717757" cy="394335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33"/>
          <p:cNvSpPr txBox="1"/>
          <p:nvPr>
            <p:ph idx="1" type="body"/>
          </p:nvPr>
        </p:nvSpPr>
        <p:spPr>
          <a:xfrm rot="5400000">
            <a:off x="2699147" y="-894159"/>
            <a:ext cx="8717757" cy="1160145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500"/>
              </a:spcBef>
              <a:spcAft>
                <a:spcPts val="0"/>
              </a:spcAft>
              <a:buClr>
                <a:schemeClr val="dk1"/>
              </a:buClr>
              <a:buSzPts val="1800"/>
              <a:buChar char="•"/>
              <a:defRPr/>
            </a:lvl1pPr>
            <a:lvl2pPr indent="-342900" lvl="1" marL="914400" algn="l">
              <a:lnSpc>
                <a:spcPct val="90000"/>
              </a:lnSpc>
              <a:spcBef>
                <a:spcPts val="750"/>
              </a:spcBef>
              <a:spcAft>
                <a:spcPts val="0"/>
              </a:spcAft>
              <a:buClr>
                <a:schemeClr val="dk1"/>
              </a:buClr>
              <a:buSzPts val="1800"/>
              <a:buChar char="•"/>
              <a:defRPr/>
            </a:lvl2pPr>
            <a:lvl3pPr indent="-342900" lvl="2" marL="1371600" algn="l">
              <a:lnSpc>
                <a:spcPct val="90000"/>
              </a:lnSpc>
              <a:spcBef>
                <a:spcPts val="750"/>
              </a:spcBef>
              <a:spcAft>
                <a:spcPts val="0"/>
              </a:spcAft>
              <a:buClr>
                <a:schemeClr val="dk1"/>
              </a:buClr>
              <a:buSzPts val="1800"/>
              <a:buChar char="•"/>
              <a:defRPr/>
            </a:lvl3pPr>
            <a:lvl4pPr indent="-342900" lvl="3" marL="1828800" algn="l">
              <a:lnSpc>
                <a:spcPct val="90000"/>
              </a:lnSpc>
              <a:spcBef>
                <a:spcPts val="750"/>
              </a:spcBef>
              <a:spcAft>
                <a:spcPts val="0"/>
              </a:spcAft>
              <a:buClr>
                <a:schemeClr val="dk1"/>
              </a:buClr>
              <a:buSzPts val="1800"/>
              <a:buChar char="•"/>
              <a:defRPr/>
            </a:lvl4pPr>
            <a:lvl5pPr indent="-342900" lvl="4" marL="2286000" algn="l">
              <a:lnSpc>
                <a:spcPct val="90000"/>
              </a:lnSpc>
              <a:spcBef>
                <a:spcPts val="750"/>
              </a:spcBef>
              <a:spcAft>
                <a:spcPts val="0"/>
              </a:spcAft>
              <a:buClr>
                <a:schemeClr val="dk1"/>
              </a:buClr>
              <a:buSzPts val="1800"/>
              <a:buChar char="•"/>
              <a:defRPr/>
            </a:lvl5pPr>
            <a:lvl6pPr indent="-342900" lvl="5" marL="2743200" algn="l">
              <a:lnSpc>
                <a:spcPct val="90000"/>
              </a:lnSpc>
              <a:spcBef>
                <a:spcPts val="750"/>
              </a:spcBef>
              <a:spcAft>
                <a:spcPts val="0"/>
              </a:spcAft>
              <a:buClr>
                <a:schemeClr val="dk1"/>
              </a:buClr>
              <a:buSzPts val="1800"/>
              <a:buChar char="•"/>
              <a:defRPr/>
            </a:lvl6pPr>
            <a:lvl7pPr indent="-342900" lvl="6" marL="3200400" algn="l">
              <a:lnSpc>
                <a:spcPct val="90000"/>
              </a:lnSpc>
              <a:spcBef>
                <a:spcPts val="750"/>
              </a:spcBef>
              <a:spcAft>
                <a:spcPts val="0"/>
              </a:spcAft>
              <a:buClr>
                <a:schemeClr val="dk1"/>
              </a:buClr>
              <a:buSzPts val="1800"/>
              <a:buChar char="•"/>
              <a:defRPr/>
            </a:lvl7pPr>
            <a:lvl8pPr indent="-342900" lvl="7" marL="3657600" algn="l">
              <a:lnSpc>
                <a:spcPct val="90000"/>
              </a:lnSpc>
              <a:spcBef>
                <a:spcPts val="750"/>
              </a:spcBef>
              <a:spcAft>
                <a:spcPts val="0"/>
              </a:spcAft>
              <a:buClr>
                <a:schemeClr val="dk1"/>
              </a:buClr>
              <a:buSzPts val="1800"/>
              <a:buChar char="•"/>
              <a:defRPr/>
            </a:lvl8pPr>
            <a:lvl9pPr indent="-342900" lvl="8" marL="4114800" algn="l">
              <a:lnSpc>
                <a:spcPct val="90000"/>
              </a:lnSpc>
              <a:spcBef>
                <a:spcPts val="750"/>
              </a:spcBef>
              <a:spcAft>
                <a:spcPts val="0"/>
              </a:spcAft>
              <a:buClr>
                <a:schemeClr val="dk1"/>
              </a:buClr>
              <a:buSzPts val="1800"/>
              <a:buChar char="•"/>
              <a:defRPr/>
            </a:lvl9pPr>
          </a:lstStyle>
          <a:p/>
        </p:txBody>
      </p:sp>
      <p:sp>
        <p:nvSpPr>
          <p:cNvPr id="84" name="Google Shape;84;p33"/>
          <p:cNvSpPr txBox="1"/>
          <p:nvPr>
            <p:ph idx="10" type="dt"/>
          </p:nvPr>
        </p:nvSpPr>
        <p:spPr>
          <a:xfrm>
            <a:off x="1257300" y="9534526"/>
            <a:ext cx="4114800" cy="547688"/>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757575"/>
              </a:buClr>
              <a:buSzPts val="1400"/>
              <a:buFont typeface="Arial"/>
              <a:buNone/>
              <a:defRPr/>
            </a:lvl1pPr>
            <a:lvl2pPr lvl="1" algn="l">
              <a:lnSpc>
                <a:spcPct val="100000"/>
              </a:lnSpc>
              <a:spcBef>
                <a:spcPts val="0"/>
              </a:spcBef>
              <a:spcAft>
                <a:spcPts val="0"/>
              </a:spcAft>
              <a:buClr>
                <a:schemeClr val="dk1"/>
              </a:buClr>
              <a:buSzPts val="1400"/>
              <a:buFont typeface="Arial"/>
              <a:buNone/>
              <a:defRPr/>
            </a:lvl2pPr>
            <a:lvl3pPr lvl="2" algn="l">
              <a:lnSpc>
                <a:spcPct val="100000"/>
              </a:lnSpc>
              <a:spcBef>
                <a:spcPts val="0"/>
              </a:spcBef>
              <a:spcAft>
                <a:spcPts val="0"/>
              </a:spcAft>
              <a:buClr>
                <a:schemeClr val="dk1"/>
              </a:buClr>
              <a:buSzPts val="1400"/>
              <a:buFont typeface="Arial"/>
              <a:buNone/>
              <a:defRPr/>
            </a:lvl3pPr>
            <a:lvl4pPr lvl="3" algn="l">
              <a:lnSpc>
                <a:spcPct val="100000"/>
              </a:lnSpc>
              <a:spcBef>
                <a:spcPts val="0"/>
              </a:spcBef>
              <a:spcAft>
                <a:spcPts val="0"/>
              </a:spcAft>
              <a:buClr>
                <a:schemeClr val="dk1"/>
              </a:buClr>
              <a:buSzPts val="1400"/>
              <a:buFont typeface="Arial"/>
              <a:buNone/>
              <a:defRPr/>
            </a:lvl4pPr>
            <a:lvl5pPr lvl="4" algn="l">
              <a:lnSpc>
                <a:spcPct val="100000"/>
              </a:lnSpc>
              <a:spcBef>
                <a:spcPts val="0"/>
              </a:spcBef>
              <a:spcAft>
                <a:spcPts val="0"/>
              </a:spcAft>
              <a:buClr>
                <a:schemeClr val="dk1"/>
              </a:buClr>
              <a:buSzPts val="1400"/>
              <a:buFont typeface="Arial"/>
              <a:buNone/>
              <a:defRPr/>
            </a:lvl5pPr>
            <a:lvl6pPr lvl="5" algn="l">
              <a:lnSpc>
                <a:spcPct val="100000"/>
              </a:lnSpc>
              <a:spcBef>
                <a:spcPts val="0"/>
              </a:spcBef>
              <a:spcAft>
                <a:spcPts val="0"/>
              </a:spcAft>
              <a:buClr>
                <a:schemeClr val="dk1"/>
              </a:buClr>
              <a:buSzPts val="1400"/>
              <a:buFont typeface="Arial"/>
              <a:buNone/>
              <a:defRPr/>
            </a:lvl6pPr>
            <a:lvl7pPr lvl="6" algn="l">
              <a:lnSpc>
                <a:spcPct val="100000"/>
              </a:lnSpc>
              <a:spcBef>
                <a:spcPts val="0"/>
              </a:spcBef>
              <a:spcAft>
                <a:spcPts val="0"/>
              </a:spcAft>
              <a:buClr>
                <a:schemeClr val="dk1"/>
              </a:buClr>
              <a:buSzPts val="1400"/>
              <a:buFont typeface="Arial"/>
              <a:buNone/>
              <a:defRPr/>
            </a:lvl7pPr>
            <a:lvl8pPr lvl="7" algn="l">
              <a:lnSpc>
                <a:spcPct val="100000"/>
              </a:lnSpc>
              <a:spcBef>
                <a:spcPts val="0"/>
              </a:spcBef>
              <a:spcAft>
                <a:spcPts val="0"/>
              </a:spcAft>
              <a:buClr>
                <a:schemeClr val="dk1"/>
              </a:buClr>
              <a:buSzPts val="1400"/>
              <a:buFont typeface="Arial"/>
              <a:buNone/>
              <a:defRPr/>
            </a:lvl8pPr>
            <a:lvl9pPr lvl="8" algn="l">
              <a:lnSpc>
                <a:spcPct val="100000"/>
              </a:lnSpc>
              <a:spcBef>
                <a:spcPts val="0"/>
              </a:spcBef>
              <a:spcAft>
                <a:spcPts val="0"/>
              </a:spcAft>
              <a:buClr>
                <a:schemeClr val="dk1"/>
              </a:buClr>
              <a:buSzPts val="1400"/>
              <a:buFont typeface="Arial"/>
              <a:buNone/>
              <a:defRPr/>
            </a:lvl9pPr>
          </a:lstStyle>
          <a:p/>
        </p:txBody>
      </p:sp>
      <p:sp>
        <p:nvSpPr>
          <p:cNvPr id="85" name="Google Shape;85;p33"/>
          <p:cNvSpPr txBox="1"/>
          <p:nvPr>
            <p:ph idx="11" type="ftr"/>
          </p:nvPr>
        </p:nvSpPr>
        <p:spPr>
          <a:xfrm>
            <a:off x="6057900" y="9534526"/>
            <a:ext cx="6172200" cy="547688"/>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757575"/>
              </a:buClr>
              <a:buSzPts val="1400"/>
              <a:buFont typeface="Arial"/>
              <a:buNone/>
              <a:defRPr/>
            </a:lvl1pPr>
            <a:lvl2pPr lvl="1" algn="l">
              <a:lnSpc>
                <a:spcPct val="100000"/>
              </a:lnSpc>
              <a:spcBef>
                <a:spcPts val="0"/>
              </a:spcBef>
              <a:spcAft>
                <a:spcPts val="0"/>
              </a:spcAft>
              <a:buClr>
                <a:schemeClr val="dk1"/>
              </a:buClr>
              <a:buSzPts val="1400"/>
              <a:buFont typeface="Arial"/>
              <a:buNone/>
              <a:defRPr/>
            </a:lvl2pPr>
            <a:lvl3pPr lvl="2" algn="l">
              <a:lnSpc>
                <a:spcPct val="100000"/>
              </a:lnSpc>
              <a:spcBef>
                <a:spcPts val="0"/>
              </a:spcBef>
              <a:spcAft>
                <a:spcPts val="0"/>
              </a:spcAft>
              <a:buClr>
                <a:schemeClr val="dk1"/>
              </a:buClr>
              <a:buSzPts val="1400"/>
              <a:buFont typeface="Arial"/>
              <a:buNone/>
              <a:defRPr/>
            </a:lvl3pPr>
            <a:lvl4pPr lvl="3" algn="l">
              <a:lnSpc>
                <a:spcPct val="100000"/>
              </a:lnSpc>
              <a:spcBef>
                <a:spcPts val="0"/>
              </a:spcBef>
              <a:spcAft>
                <a:spcPts val="0"/>
              </a:spcAft>
              <a:buClr>
                <a:schemeClr val="dk1"/>
              </a:buClr>
              <a:buSzPts val="1400"/>
              <a:buFont typeface="Arial"/>
              <a:buNone/>
              <a:defRPr/>
            </a:lvl4pPr>
            <a:lvl5pPr lvl="4" algn="l">
              <a:lnSpc>
                <a:spcPct val="100000"/>
              </a:lnSpc>
              <a:spcBef>
                <a:spcPts val="0"/>
              </a:spcBef>
              <a:spcAft>
                <a:spcPts val="0"/>
              </a:spcAft>
              <a:buClr>
                <a:schemeClr val="dk1"/>
              </a:buClr>
              <a:buSzPts val="1400"/>
              <a:buFont typeface="Arial"/>
              <a:buNone/>
              <a:defRPr/>
            </a:lvl5pPr>
            <a:lvl6pPr lvl="5" algn="l">
              <a:lnSpc>
                <a:spcPct val="100000"/>
              </a:lnSpc>
              <a:spcBef>
                <a:spcPts val="0"/>
              </a:spcBef>
              <a:spcAft>
                <a:spcPts val="0"/>
              </a:spcAft>
              <a:buClr>
                <a:schemeClr val="dk1"/>
              </a:buClr>
              <a:buSzPts val="1400"/>
              <a:buFont typeface="Arial"/>
              <a:buNone/>
              <a:defRPr/>
            </a:lvl6pPr>
            <a:lvl7pPr lvl="6" algn="l">
              <a:lnSpc>
                <a:spcPct val="100000"/>
              </a:lnSpc>
              <a:spcBef>
                <a:spcPts val="0"/>
              </a:spcBef>
              <a:spcAft>
                <a:spcPts val="0"/>
              </a:spcAft>
              <a:buClr>
                <a:schemeClr val="dk1"/>
              </a:buClr>
              <a:buSzPts val="1400"/>
              <a:buFont typeface="Arial"/>
              <a:buNone/>
              <a:defRPr/>
            </a:lvl7pPr>
            <a:lvl8pPr lvl="7" algn="l">
              <a:lnSpc>
                <a:spcPct val="100000"/>
              </a:lnSpc>
              <a:spcBef>
                <a:spcPts val="0"/>
              </a:spcBef>
              <a:spcAft>
                <a:spcPts val="0"/>
              </a:spcAft>
              <a:buClr>
                <a:schemeClr val="dk1"/>
              </a:buClr>
              <a:buSzPts val="1400"/>
              <a:buFont typeface="Arial"/>
              <a:buNone/>
              <a:defRPr/>
            </a:lvl8pPr>
            <a:lvl9pPr lvl="8" algn="l">
              <a:lnSpc>
                <a:spcPct val="100000"/>
              </a:lnSpc>
              <a:spcBef>
                <a:spcPts val="0"/>
              </a:spcBef>
              <a:spcAft>
                <a:spcPts val="0"/>
              </a:spcAft>
              <a:buClr>
                <a:schemeClr val="dk1"/>
              </a:buClr>
              <a:buSzPts val="1400"/>
              <a:buFont typeface="Arial"/>
              <a:buNone/>
              <a:defRPr/>
            </a:lvl9pPr>
          </a:lstStyle>
          <a:p/>
        </p:txBody>
      </p:sp>
      <p:sp>
        <p:nvSpPr>
          <p:cNvPr id="86" name="Google Shape;86;p33"/>
          <p:cNvSpPr txBox="1"/>
          <p:nvPr>
            <p:ph idx="12" type="sldNum"/>
          </p:nvPr>
        </p:nvSpPr>
        <p:spPr>
          <a:xfrm>
            <a:off x="12915900" y="9534526"/>
            <a:ext cx="4114800" cy="547688"/>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3" name="Shape 93"/>
        <p:cNvGrpSpPr/>
        <p:nvPr/>
      </p:nvGrpSpPr>
      <p:grpSpPr>
        <a:xfrm>
          <a:off x="0" y="0"/>
          <a:ext cx="0" cy="0"/>
          <a:chOff x="0" y="0"/>
          <a:chExt cx="0" cy="0"/>
        </a:xfrm>
      </p:grpSpPr>
      <p:sp>
        <p:nvSpPr>
          <p:cNvPr id="94" name="Google Shape;94;p1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5" name="Google Shape;95;p1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6" name="Google Shape;96;p1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7" name="Shape 97"/>
        <p:cNvGrpSpPr/>
        <p:nvPr/>
      </p:nvGrpSpPr>
      <p:grpSpPr>
        <a:xfrm>
          <a:off x="0" y="0"/>
          <a:ext cx="0" cy="0"/>
          <a:chOff x="0" y="0"/>
          <a:chExt cx="0" cy="0"/>
        </a:xfrm>
      </p:grpSpPr>
      <p:sp>
        <p:nvSpPr>
          <p:cNvPr id="98" name="Google Shape;98;p14"/>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9" name="Google Shape;99;p14"/>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00" name="Google Shape;100;p1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1" name="Google Shape;101;p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2" name="Google Shape;102;p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03" name="Shape 103"/>
        <p:cNvGrpSpPr/>
        <p:nvPr/>
      </p:nvGrpSpPr>
      <p:grpSpPr>
        <a:xfrm>
          <a:off x="0" y="0"/>
          <a:ext cx="0" cy="0"/>
          <a:chOff x="0" y="0"/>
          <a:chExt cx="0" cy="0"/>
        </a:xfrm>
      </p:grpSpPr>
      <p:sp>
        <p:nvSpPr>
          <p:cNvPr id="104" name="Google Shape;104;p1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5" name="Google Shape;105;p1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06" name="Google Shape;106;p1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7" name="Google Shape;107;p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8" name="Google Shape;108;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09" name="Shape 109"/>
        <p:cNvGrpSpPr/>
        <p:nvPr/>
      </p:nvGrpSpPr>
      <p:grpSpPr>
        <a:xfrm>
          <a:off x="0" y="0"/>
          <a:ext cx="0" cy="0"/>
          <a:chOff x="0" y="0"/>
          <a:chExt cx="0" cy="0"/>
        </a:xfrm>
      </p:grpSpPr>
      <p:sp>
        <p:nvSpPr>
          <p:cNvPr id="110" name="Google Shape;110;p16"/>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1" name="Google Shape;111;p16"/>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112" name="Google Shape;112;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3" name="Google Shape;113;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4" name="Google Shape;114;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15" name="Shape 115"/>
        <p:cNvGrpSpPr/>
        <p:nvPr/>
      </p:nvGrpSpPr>
      <p:grpSpPr>
        <a:xfrm>
          <a:off x="0" y="0"/>
          <a:ext cx="0" cy="0"/>
          <a:chOff x="0" y="0"/>
          <a:chExt cx="0" cy="0"/>
        </a:xfrm>
      </p:grpSpPr>
      <p:sp>
        <p:nvSpPr>
          <p:cNvPr id="116" name="Google Shape;116;p1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7" name="Google Shape;117;p17"/>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118" name="Google Shape;118;p17"/>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119" name="Google Shape;119;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0" name="Google Shape;120;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1" name="Google Shape;121;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22" name="Shape 122"/>
        <p:cNvGrpSpPr/>
        <p:nvPr/>
      </p:nvGrpSpPr>
      <p:grpSpPr>
        <a:xfrm>
          <a:off x="0" y="0"/>
          <a:ext cx="0" cy="0"/>
          <a:chOff x="0" y="0"/>
          <a:chExt cx="0" cy="0"/>
        </a:xfrm>
      </p:grpSpPr>
      <p:sp>
        <p:nvSpPr>
          <p:cNvPr id="123" name="Google Shape;123;p1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4" name="Google Shape;124;p18"/>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125" name="Google Shape;125;p18"/>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126" name="Google Shape;126;p18"/>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127" name="Google Shape;127;p18"/>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128" name="Google Shape;128;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9" name="Google Shape;129;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0" name="Google Shape;130;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31" name="Shape 131"/>
        <p:cNvGrpSpPr/>
        <p:nvPr/>
      </p:nvGrpSpPr>
      <p:grpSpPr>
        <a:xfrm>
          <a:off x="0" y="0"/>
          <a:ext cx="0" cy="0"/>
          <a:chOff x="0" y="0"/>
          <a:chExt cx="0" cy="0"/>
        </a:xfrm>
      </p:grpSpPr>
      <p:sp>
        <p:nvSpPr>
          <p:cNvPr id="132" name="Google Shape;132;p1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3" name="Google Shape;133;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4" name="Google Shape;134;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5" name="Google Shape;135;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36" name="Shape 136"/>
        <p:cNvGrpSpPr/>
        <p:nvPr/>
      </p:nvGrpSpPr>
      <p:grpSpPr>
        <a:xfrm>
          <a:off x="0" y="0"/>
          <a:ext cx="0" cy="0"/>
          <a:chOff x="0" y="0"/>
          <a:chExt cx="0" cy="0"/>
        </a:xfrm>
      </p:grpSpPr>
      <p:sp>
        <p:nvSpPr>
          <p:cNvPr id="137" name="Google Shape;137;p20"/>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8" name="Google Shape;138;p20"/>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139" name="Google Shape;139;p20"/>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140" name="Google Shape;140;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1" name="Google Shape;141;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2" name="Google Shape;142;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43" name="Shape 143"/>
        <p:cNvGrpSpPr/>
        <p:nvPr/>
      </p:nvGrpSpPr>
      <p:grpSpPr>
        <a:xfrm>
          <a:off x="0" y="0"/>
          <a:ext cx="0" cy="0"/>
          <a:chOff x="0" y="0"/>
          <a:chExt cx="0" cy="0"/>
        </a:xfrm>
      </p:grpSpPr>
      <p:sp>
        <p:nvSpPr>
          <p:cNvPr id="144" name="Google Shape;144;p21"/>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5" name="Google Shape;145;p21"/>
          <p:cNvSpPr/>
          <p:nvPr>
            <p:ph idx="2" type="pic"/>
          </p:nvPr>
        </p:nvSpPr>
        <p:spPr>
          <a:xfrm>
            <a:off x="1792288" y="612775"/>
            <a:ext cx="5486400" cy="4114800"/>
          </a:xfrm>
          <a:prstGeom prst="rect">
            <a:avLst/>
          </a:prstGeom>
          <a:noFill/>
          <a:ln>
            <a:noFill/>
          </a:ln>
        </p:spPr>
      </p:sp>
      <p:sp>
        <p:nvSpPr>
          <p:cNvPr id="146" name="Google Shape;146;p21"/>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147" name="Google Shape;147;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8" name="Google Shape;148;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9" name="Google Shape;149;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50" name="Shape 150"/>
        <p:cNvGrpSpPr/>
        <p:nvPr/>
      </p:nvGrpSpPr>
      <p:grpSpPr>
        <a:xfrm>
          <a:off x="0" y="0"/>
          <a:ext cx="0" cy="0"/>
          <a:chOff x="0" y="0"/>
          <a:chExt cx="0" cy="0"/>
        </a:xfrm>
      </p:grpSpPr>
      <p:sp>
        <p:nvSpPr>
          <p:cNvPr id="151" name="Google Shape;151;p2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2" name="Google Shape;152;p22"/>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53" name="Google Shape;153;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4" name="Google Shape;154;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5" name="Google Shape;155;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56" name="Shape 156"/>
        <p:cNvGrpSpPr/>
        <p:nvPr/>
      </p:nvGrpSpPr>
      <p:grpSpPr>
        <a:xfrm>
          <a:off x="0" y="0"/>
          <a:ext cx="0" cy="0"/>
          <a:chOff x="0" y="0"/>
          <a:chExt cx="0" cy="0"/>
        </a:xfrm>
      </p:grpSpPr>
      <p:sp>
        <p:nvSpPr>
          <p:cNvPr id="157" name="Google Shape;157;p23"/>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8" name="Google Shape;158;p23"/>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59" name="Google Shape;159;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0" name="Google Shape;160;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1" name="Google Shape;161;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9.xml"/><Relationship Id="rId10" Type="http://schemas.openxmlformats.org/officeDocument/2006/relationships/slideLayout" Target="../slideLayouts/slideLayout8.xml"/><Relationship Id="rId13" Type="http://schemas.openxmlformats.org/officeDocument/2006/relationships/slideLayout" Target="../slideLayouts/slideLayout11.xml"/><Relationship Id="rId12" Type="http://schemas.openxmlformats.org/officeDocument/2006/relationships/slideLayout" Target="../slideLayouts/slideLayout10.xml"/><Relationship Id="rId1" Type="http://schemas.openxmlformats.org/officeDocument/2006/relationships/image" Target="../media/image2.jpg"/><Relationship Id="rId2" Type="http://schemas.openxmlformats.org/officeDocument/2006/relationships/image" Target="../media/image1.png"/><Relationship Id="rId3" Type="http://schemas.openxmlformats.org/officeDocument/2006/relationships/slideLayout" Target="../slideLayouts/slideLayout1.xml"/><Relationship Id="rId4" Type="http://schemas.openxmlformats.org/officeDocument/2006/relationships/slideLayout" Target="../slideLayouts/slideLayout2.xml"/><Relationship Id="rId9" Type="http://schemas.openxmlformats.org/officeDocument/2006/relationships/slideLayout" Target="../slideLayouts/slideLayout7.xml"/><Relationship Id="rId14" Type="http://schemas.openxmlformats.org/officeDocument/2006/relationships/theme" Target="../theme/theme2.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1.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0"/>
          <p:cNvSpPr txBox="1"/>
          <p:nvPr>
            <p:ph type="title"/>
          </p:nvPr>
        </p:nvSpPr>
        <p:spPr>
          <a:xfrm>
            <a:off x="1257300" y="547688"/>
            <a:ext cx="15773400" cy="1988345"/>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Play"/>
              <a:buNone/>
              <a:defRPr b="0" i="0" sz="4400" u="none" cap="none" strike="noStrike">
                <a:solidFill>
                  <a:schemeClr val="dk1"/>
                </a:solidFill>
                <a:latin typeface="Play"/>
                <a:ea typeface="Play"/>
                <a:cs typeface="Play"/>
                <a:sym typeface="Play"/>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0"/>
          <p:cNvSpPr txBox="1"/>
          <p:nvPr>
            <p:ph idx="1" type="body"/>
          </p:nvPr>
        </p:nvSpPr>
        <p:spPr>
          <a:xfrm>
            <a:off x="1257300" y="2738438"/>
            <a:ext cx="15773400" cy="6527007"/>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2" name="Google Shape;12;p10"/>
          <p:cNvSpPr txBox="1"/>
          <p:nvPr>
            <p:ph idx="10" type="dt"/>
          </p:nvPr>
        </p:nvSpPr>
        <p:spPr>
          <a:xfrm>
            <a:off x="1257300" y="9534526"/>
            <a:ext cx="4114800" cy="547688"/>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757575"/>
              </a:buClr>
              <a:buSzPts val="1400"/>
              <a:buFont typeface="Arial"/>
              <a:buNone/>
              <a:defRPr b="0" i="0" sz="1800" u="none" cap="none" strike="noStrike">
                <a:solidFill>
                  <a:srgbClr val="757575"/>
                </a:solidFill>
                <a:latin typeface="Arial"/>
                <a:ea typeface="Arial"/>
                <a:cs typeface="Arial"/>
                <a:sym typeface="Arial"/>
              </a:defRPr>
            </a:lvl1pPr>
            <a:lvl2pPr lvl="1" marR="0" rtl="0" algn="l">
              <a:lnSpc>
                <a:spcPct val="100000"/>
              </a:lnSpc>
              <a:spcBef>
                <a:spcPts val="0"/>
              </a:spcBef>
              <a:spcAft>
                <a:spcPts val="0"/>
              </a:spcAft>
              <a:buClr>
                <a:schemeClr val="dk1"/>
              </a:buClr>
              <a:buSzPts val="1400"/>
              <a:buFont typeface="Arial"/>
              <a:buNone/>
              <a:defRPr b="0" i="0" sz="27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1400"/>
              <a:buFont typeface="Arial"/>
              <a:buNone/>
              <a:defRPr b="0" i="0" sz="27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1400"/>
              <a:buFont typeface="Arial"/>
              <a:buNone/>
              <a:defRPr b="0" i="0" sz="27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1400"/>
              <a:buFont typeface="Arial"/>
              <a:buNone/>
              <a:defRPr b="0" i="0" sz="27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1400"/>
              <a:buFont typeface="Arial"/>
              <a:buNone/>
              <a:defRPr b="0" i="0" sz="27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1400"/>
              <a:buFont typeface="Arial"/>
              <a:buNone/>
              <a:defRPr b="0" i="0" sz="27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1400"/>
              <a:buFont typeface="Arial"/>
              <a:buNone/>
              <a:defRPr b="0" i="0" sz="27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1400"/>
              <a:buFont typeface="Arial"/>
              <a:buNone/>
              <a:defRPr b="0" i="0" sz="2700" u="none" cap="none" strike="noStrike">
                <a:solidFill>
                  <a:schemeClr val="dk1"/>
                </a:solidFill>
                <a:latin typeface="Arial"/>
                <a:ea typeface="Arial"/>
                <a:cs typeface="Arial"/>
                <a:sym typeface="Arial"/>
              </a:defRPr>
            </a:lvl9pPr>
          </a:lstStyle>
          <a:p/>
        </p:txBody>
      </p:sp>
      <p:sp>
        <p:nvSpPr>
          <p:cNvPr id="13" name="Google Shape;13;p10"/>
          <p:cNvSpPr txBox="1"/>
          <p:nvPr>
            <p:ph idx="11" type="ftr"/>
          </p:nvPr>
        </p:nvSpPr>
        <p:spPr>
          <a:xfrm>
            <a:off x="6057900" y="9534526"/>
            <a:ext cx="6172200" cy="547688"/>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757575"/>
              </a:buClr>
              <a:buSzPts val="1400"/>
              <a:buFont typeface="Arial"/>
              <a:buNone/>
              <a:defRPr b="0" i="0" sz="1800" u="none" cap="none" strike="noStrike">
                <a:solidFill>
                  <a:srgbClr val="757575"/>
                </a:solidFill>
                <a:latin typeface="Arial"/>
                <a:ea typeface="Arial"/>
                <a:cs typeface="Arial"/>
                <a:sym typeface="Arial"/>
              </a:defRPr>
            </a:lvl1pPr>
            <a:lvl2pPr lvl="1" marR="0" rtl="0" algn="l">
              <a:lnSpc>
                <a:spcPct val="100000"/>
              </a:lnSpc>
              <a:spcBef>
                <a:spcPts val="0"/>
              </a:spcBef>
              <a:spcAft>
                <a:spcPts val="0"/>
              </a:spcAft>
              <a:buClr>
                <a:schemeClr val="dk1"/>
              </a:buClr>
              <a:buSzPts val="1400"/>
              <a:buFont typeface="Arial"/>
              <a:buNone/>
              <a:defRPr b="0" i="0" sz="27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1400"/>
              <a:buFont typeface="Arial"/>
              <a:buNone/>
              <a:defRPr b="0" i="0" sz="27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1400"/>
              <a:buFont typeface="Arial"/>
              <a:buNone/>
              <a:defRPr b="0" i="0" sz="27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1400"/>
              <a:buFont typeface="Arial"/>
              <a:buNone/>
              <a:defRPr b="0" i="0" sz="27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1400"/>
              <a:buFont typeface="Arial"/>
              <a:buNone/>
              <a:defRPr b="0" i="0" sz="27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1400"/>
              <a:buFont typeface="Arial"/>
              <a:buNone/>
              <a:defRPr b="0" i="0" sz="27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1400"/>
              <a:buFont typeface="Arial"/>
              <a:buNone/>
              <a:defRPr b="0" i="0" sz="27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1400"/>
              <a:buFont typeface="Arial"/>
              <a:buNone/>
              <a:defRPr b="0" i="0" sz="2700" u="none" cap="none" strike="noStrike">
                <a:solidFill>
                  <a:schemeClr val="dk1"/>
                </a:solidFill>
                <a:latin typeface="Arial"/>
                <a:ea typeface="Arial"/>
                <a:cs typeface="Arial"/>
                <a:sym typeface="Arial"/>
              </a:defRPr>
            </a:lvl9pPr>
          </a:lstStyle>
          <a:p/>
        </p:txBody>
      </p:sp>
      <p:sp>
        <p:nvSpPr>
          <p:cNvPr id="14" name="Google Shape;14;p10"/>
          <p:cNvSpPr txBox="1"/>
          <p:nvPr>
            <p:ph idx="12" type="sldNum"/>
          </p:nvPr>
        </p:nvSpPr>
        <p:spPr>
          <a:xfrm>
            <a:off x="12915900" y="9534526"/>
            <a:ext cx="4114800" cy="547688"/>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1pPr>
            <a:lvl2pPr indent="0" lvl="1" marL="0" marR="0" rtl="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2pPr>
            <a:lvl3pPr indent="0" lvl="2" marL="0" marR="0" rtl="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3pPr>
            <a:lvl4pPr indent="0" lvl="3" marL="0" marR="0" rtl="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4pPr>
            <a:lvl5pPr indent="0" lvl="4" marL="0" marR="0" rtl="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5pPr>
            <a:lvl6pPr indent="0" lvl="5" marL="0" marR="0" rtl="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6pPr>
            <a:lvl7pPr indent="0" lvl="6" marL="0" marR="0" rtl="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7pPr>
            <a:lvl8pPr indent="0" lvl="7" marL="0" marR="0" rtl="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8pPr>
            <a:lvl9pPr indent="0" lvl="8" marL="0" marR="0" rtl="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pic>
        <p:nvPicPr>
          <p:cNvPr descr="A close-up of a network&#10;&#10;Description automatically generated" id="15" name="Google Shape;15;p10"/>
          <p:cNvPicPr preferRelativeResize="0"/>
          <p:nvPr/>
        </p:nvPicPr>
        <p:blipFill rotWithShape="1">
          <a:blip r:embed="rId1">
            <a:alphaModFix/>
          </a:blip>
          <a:srcRect b="0" l="8222" r="0" t="0"/>
          <a:stretch/>
        </p:blipFill>
        <p:spPr>
          <a:xfrm>
            <a:off x="0" y="0"/>
            <a:ext cx="18288000" cy="10287000"/>
          </a:xfrm>
          <a:prstGeom prst="rect">
            <a:avLst/>
          </a:prstGeom>
          <a:noFill/>
          <a:ln>
            <a:noFill/>
          </a:ln>
        </p:spPr>
      </p:pic>
      <p:sp>
        <p:nvSpPr>
          <p:cNvPr id="16" name="Google Shape;16;p10"/>
          <p:cNvSpPr/>
          <p:nvPr/>
        </p:nvSpPr>
        <p:spPr>
          <a:xfrm>
            <a:off x="0" y="1"/>
            <a:ext cx="18288000" cy="10439399"/>
          </a:xfrm>
          <a:custGeom>
            <a:rect b="b" l="l" r="r" t="t"/>
            <a:pathLst>
              <a:path extrusionOk="0" h="6858000" w="12192000">
                <a:moveTo>
                  <a:pt x="12192000" y="0"/>
                </a:moveTo>
                <a:lnTo>
                  <a:pt x="0" y="0"/>
                </a:lnTo>
                <a:lnTo>
                  <a:pt x="0" y="6858000"/>
                </a:lnTo>
                <a:lnTo>
                  <a:pt x="12192000" y="6858000"/>
                </a:lnTo>
                <a:lnTo>
                  <a:pt x="12192000" y="0"/>
                </a:lnTo>
                <a:close/>
              </a:path>
            </a:pathLst>
          </a:custGeom>
          <a:solidFill>
            <a:srgbClr val="000000">
              <a:alpha val="63921"/>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2700"/>
              <a:buFont typeface="Arial"/>
              <a:buNone/>
            </a:pPr>
            <a:r>
              <a:t/>
            </a:r>
            <a:endParaRPr b="0" i="0" sz="2700" u="none" cap="none" strike="noStrike">
              <a:solidFill>
                <a:schemeClr val="dk1"/>
              </a:solidFill>
              <a:latin typeface="Arial"/>
              <a:ea typeface="Arial"/>
              <a:cs typeface="Arial"/>
              <a:sym typeface="Arial"/>
            </a:endParaRPr>
          </a:p>
        </p:txBody>
      </p:sp>
      <p:pic>
        <p:nvPicPr>
          <p:cNvPr id="17" name="Google Shape;17;p10"/>
          <p:cNvPicPr preferRelativeResize="0"/>
          <p:nvPr/>
        </p:nvPicPr>
        <p:blipFill rotWithShape="1">
          <a:blip r:embed="rId2">
            <a:alphaModFix/>
          </a:blip>
          <a:srcRect b="0" l="0" r="0" t="0"/>
          <a:stretch/>
        </p:blipFill>
        <p:spPr>
          <a:xfrm>
            <a:off x="373181" y="272723"/>
            <a:ext cx="2671763" cy="785813"/>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7" name="Shape 87"/>
        <p:cNvGrpSpPr/>
        <p:nvPr/>
      </p:nvGrpSpPr>
      <p:grpSpPr>
        <a:xfrm>
          <a:off x="0" y="0"/>
          <a:ext cx="0" cy="0"/>
          <a:chOff x="0" y="0"/>
          <a:chExt cx="0" cy="0"/>
        </a:xfrm>
      </p:grpSpPr>
      <p:sp>
        <p:nvSpPr>
          <p:cNvPr id="88" name="Google Shape;88;p1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9" name="Google Shape;89;p1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90" name="Google Shape;90;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1" name="Google Shape;91;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2" name="Google Shape;92;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3.png"/><Relationship Id="rId4" Type="http://schemas.openxmlformats.org/officeDocument/2006/relationships/image" Target="../media/image19.png"/><Relationship Id="rId5" Type="http://schemas.openxmlformats.org/officeDocument/2006/relationships/image" Target="../media/image6.png"/><Relationship Id="rId6" Type="http://schemas.openxmlformats.org/officeDocument/2006/relationships/image" Target="../media/image1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10.jpg"/><Relationship Id="rId5" Type="http://schemas.openxmlformats.org/officeDocument/2006/relationships/image" Target="../media/image1.png"/><Relationship Id="rId6" Type="http://schemas.openxmlformats.org/officeDocument/2006/relationships/image" Target="../media/image27.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image" Target="../media/image1.png"/><Relationship Id="rId5"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8.png"/><Relationship Id="rId4" Type="http://schemas.openxmlformats.org/officeDocument/2006/relationships/image" Target="../media/image21.jpg"/><Relationship Id="rId5" Type="http://schemas.openxmlformats.org/officeDocument/2006/relationships/image" Target="../media/image5.png"/><Relationship Id="rId6" Type="http://schemas.openxmlformats.org/officeDocument/2006/relationships/image" Target="../media/image17.png"/><Relationship Id="rId7" Type="http://schemas.openxmlformats.org/officeDocument/2006/relationships/image" Target="../media/image18.png"/><Relationship Id="rId8"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10.jpg"/><Relationship Id="rId5"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10.jpg"/><Relationship Id="rId5" Type="http://schemas.openxmlformats.org/officeDocument/2006/relationships/image" Target="../media/image1.png"/><Relationship Id="rId6" Type="http://schemas.openxmlformats.org/officeDocument/2006/relationships/image" Target="../media/image13.png"/><Relationship Id="rId7" Type="http://schemas.openxmlformats.org/officeDocument/2006/relationships/hyperlink" Target="https://drive.google.com/drive/folders/1KhGjFYnWToEhicwCjBWjeFi56C_8yY0t"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8.png"/><Relationship Id="rId4" Type="http://schemas.openxmlformats.org/officeDocument/2006/relationships/image" Target="../media/image1.png"/><Relationship Id="rId9" Type="http://schemas.openxmlformats.org/officeDocument/2006/relationships/image" Target="../media/image23.png"/><Relationship Id="rId5" Type="http://schemas.openxmlformats.org/officeDocument/2006/relationships/image" Target="../media/image19.png"/><Relationship Id="rId6" Type="http://schemas.openxmlformats.org/officeDocument/2006/relationships/image" Target="../media/image6.png"/><Relationship Id="rId7" Type="http://schemas.openxmlformats.org/officeDocument/2006/relationships/image" Target="../media/image11.png"/><Relationship Id="rId8" Type="http://schemas.openxmlformats.org/officeDocument/2006/relationships/image" Target="../media/image2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8.png"/><Relationship Id="rId4" Type="http://schemas.openxmlformats.org/officeDocument/2006/relationships/image" Target="../media/image1.png"/><Relationship Id="rId5" Type="http://schemas.openxmlformats.org/officeDocument/2006/relationships/image" Target="../media/image25.png"/><Relationship Id="rId6"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 Id="rId3" Type="http://schemas.openxmlformats.org/officeDocument/2006/relationships/image" Target="../media/image4.png"/><Relationship Id="rId4" Type="http://schemas.openxmlformats.org/officeDocument/2006/relationships/image" Target="../media/image10.jpg"/><Relationship Id="rId5"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 Id="rId3" Type="http://schemas.openxmlformats.org/officeDocument/2006/relationships/image" Target="../media/image4.png"/><Relationship Id="rId4" Type="http://schemas.openxmlformats.org/officeDocument/2006/relationships/image" Target="../media/image10.jpg"/><Relationship Id="rId5"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4.png"/><Relationship Id="rId4" Type="http://schemas.openxmlformats.org/officeDocument/2006/relationships/image" Target="../media/image26.jpg"/><Relationship Id="rId5"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1"/>
          <p:cNvSpPr/>
          <p:nvPr/>
        </p:nvSpPr>
        <p:spPr>
          <a:xfrm>
            <a:off x="567825" y="4939125"/>
            <a:ext cx="17058600" cy="1987650"/>
          </a:xfrm>
          <a:prstGeom prst="rect">
            <a:avLst/>
          </a:prstGeom>
          <a:solidFill>
            <a:srgbClr val="0C0C0C">
              <a:alpha val="77254"/>
            </a:srgbClr>
          </a:solidFill>
          <a:ln>
            <a:noFill/>
          </a:ln>
        </p:spPr>
        <p:txBody>
          <a:bodyPr anchorCtr="0" anchor="ctr" bIns="68550" lIns="137125" spcFirstLastPara="1" rIns="137125" wrap="square" tIns="68550">
            <a:noAutofit/>
          </a:bodyPr>
          <a:lstStyle/>
          <a:p>
            <a:pPr indent="0" lvl="0" marL="0" marR="0" rtl="0" algn="ctr">
              <a:lnSpc>
                <a:spcPct val="100000"/>
              </a:lnSpc>
              <a:spcBef>
                <a:spcPts val="0"/>
              </a:spcBef>
              <a:spcAft>
                <a:spcPts val="0"/>
              </a:spcAft>
              <a:buClr>
                <a:srgbClr val="000000"/>
              </a:buClr>
              <a:buSzPts val="2700"/>
              <a:buFont typeface="Arial"/>
              <a:buNone/>
            </a:pPr>
            <a:r>
              <a:t/>
            </a:r>
            <a:endParaRPr b="0" i="0" sz="2700" u="none" cap="none" strike="noStrike">
              <a:solidFill>
                <a:srgbClr val="FFFFFF"/>
              </a:solidFill>
              <a:latin typeface="Georgia"/>
              <a:ea typeface="Georgia"/>
              <a:cs typeface="Georgia"/>
              <a:sym typeface="Georgia"/>
            </a:endParaRPr>
          </a:p>
        </p:txBody>
      </p:sp>
      <p:sp>
        <p:nvSpPr>
          <p:cNvPr id="167" name="Google Shape;167;p1"/>
          <p:cNvSpPr txBox="1"/>
          <p:nvPr/>
        </p:nvSpPr>
        <p:spPr>
          <a:xfrm>
            <a:off x="622476" y="5492548"/>
            <a:ext cx="16802700" cy="946500"/>
          </a:xfrm>
          <a:prstGeom prst="rect">
            <a:avLst/>
          </a:prstGeom>
          <a:noFill/>
          <a:ln>
            <a:noFill/>
          </a:ln>
        </p:spPr>
        <p:txBody>
          <a:bodyPr anchorCtr="0" anchor="t" bIns="68550" lIns="137125" spcFirstLastPara="1" rIns="137125" wrap="square" tIns="68550">
            <a:spAutoFit/>
          </a:bodyPr>
          <a:lstStyle/>
          <a:p>
            <a:pPr indent="0" lvl="0" marL="0" marR="0" rtl="0" algn="ctr">
              <a:lnSpc>
                <a:spcPct val="100000"/>
              </a:lnSpc>
              <a:spcBef>
                <a:spcPts val="0"/>
              </a:spcBef>
              <a:spcAft>
                <a:spcPts val="0"/>
              </a:spcAft>
              <a:buClr>
                <a:srgbClr val="000000"/>
              </a:buClr>
              <a:buSzPts val="5250"/>
              <a:buFont typeface="Arial"/>
              <a:buNone/>
            </a:pPr>
            <a:r>
              <a:rPr b="1" i="0" lang="en-US" sz="5250" u="none" cap="none" strike="noStrike">
                <a:solidFill>
                  <a:srgbClr val="FFFFFF"/>
                </a:solidFill>
                <a:latin typeface="Georgia"/>
                <a:ea typeface="Georgia"/>
                <a:cs typeface="Georgia"/>
                <a:sym typeface="Georgia"/>
              </a:rPr>
              <a:t>NATIONAL HOSPITAL</a:t>
            </a:r>
            <a:endParaRPr b="1" i="0" sz="5250" u="none" cap="none" strike="noStrike">
              <a:solidFill>
                <a:srgbClr val="FFFFFF"/>
              </a:solidFill>
              <a:latin typeface="Georgia"/>
              <a:ea typeface="Georgia"/>
              <a:cs typeface="Georgia"/>
              <a:sym typeface="Georgia"/>
            </a:endParaRPr>
          </a:p>
        </p:txBody>
      </p:sp>
      <p:sp>
        <p:nvSpPr>
          <p:cNvPr id="168" name="Google Shape;168;p1"/>
          <p:cNvSpPr/>
          <p:nvPr/>
        </p:nvSpPr>
        <p:spPr>
          <a:xfrm>
            <a:off x="567807" y="4034550"/>
            <a:ext cx="5781600" cy="758250"/>
          </a:xfrm>
          <a:prstGeom prst="rect">
            <a:avLst/>
          </a:prstGeom>
          <a:solidFill>
            <a:srgbClr val="0C0C0C">
              <a:alpha val="77254"/>
            </a:srgbClr>
          </a:solidFill>
          <a:ln>
            <a:noFill/>
          </a:ln>
        </p:spPr>
        <p:txBody>
          <a:bodyPr anchorCtr="0" anchor="ctr" bIns="68550" lIns="137125" spcFirstLastPara="1" rIns="137125" wrap="square" tIns="68550">
            <a:noAutofit/>
          </a:bodyPr>
          <a:lstStyle/>
          <a:p>
            <a:pPr indent="0" lvl="0" marL="0" marR="0" rtl="0" algn="ctr">
              <a:lnSpc>
                <a:spcPct val="100000"/>
              </a:lnSpc>
              <a:spcBef>
                <a:spcPts val="0"/>
              </a:spcBef>
              <a:spcAft>
                <a:spcPts val="0"/>
              </a:spcAft>
              <a:buClr>
                <a:srgbClr val="000000"/>
              </a:buClr>
              <a:buSzPts val="2700"/>
              <a:buFont typeface="Arial"/>
              <a:buNone/>
            </a:pPr>
            <a:r>
              <a:t/>
            </a:r>
            <a:endParaRPr b="0" i="0" sz="2700" u="none" cap="none" strike="noStrike">
              <a:solidFill>
                <a:srgbClr val="FFFFFF"/>
              </a:solidFill>
              <a:latin typeface="Georgia"/>
              <a:ea typeface="Georgia"/>
              <a:cs typeface="Georgia"/>
              <a:sym typeface="Georgia"/>
            </a:endParaRPr>
          </a:p>
        </p:txBody>
      </p:sp>
      <p:sp>
        <p:nvSpPr>
          <p:cNvPr id="169" name="Google Shape;169;p1"/>
          <p:cNvSpPr/>
          <p:nvPr/>
        </p:nvSpPr>
        <p:spPr>
          <a:xfrm>
            <a:off x="6441020" y="4034550"/>
            <a:ext cx="6272550" cy="758250"/>
          </a:xfrm>
          <a:prstGeom prst="rect">
            <a:avLst/>
          </a:prstGeom>
          <a:solidFill>
            <a:srgbClr val="0C0C0C">
              <a:alpha val="77254"/>
            </a:srgbClr>
          </a:solidFill>
          <a:ln>
            <a:noFill/>
          </a:ln>
        </p:spPr>
        <p:txBody>
          <a:bodyPr anchorCtr="0" anchor="ctr" bIns="68550" lIns="137125" spcFirstLastPara="1" rIns="137125" wrap="square" tIns="68550">
            <a:noAutofit/>
          </a:bodyPr>
          <a:lstStyle/>
          <a:p>
            <a:pPr indent="0" lvl="0" marL="0" marR="0" rtl="0" algn="ctr">
              <a:lnSpc>
                <a:spcPct val="100000"/>
              </a:lnSpc>
              <a:spcBef>
                <a:spcPts val="0"/>
              </a:spcBef>
              <a:spcAft>
                <a:spcPts val="0"/>
              </a:spcAft>
              <a:buClr>
                <a:srgbClr val="000000"/>
              </a:buClr>
              <a:buSzPts val="2700"/>
              <a:buFont typeface="Arial"/>
              <a:buNone/>
            </a:pPr>
            <a:r>
              <a:t/>
            </a:r>
            <a:endParaRPr b="0" i="0" sz="2700" u="none" cap="none" strike="noStrike">
              <a:solidFill>
                <a:srgbClr val="FFFFFF"/>
              </a:solidFill>
              <a:latin typeface="Georgia"/>
              <a:ea typeface="Georgia"/>
              <a:cs typeface="Georgia"/>
              <a:sym typeface="Georgia"/>
            </a:endParaRPr>
          </a:p>
        </p:txBody>
      </p:sp>
      <p:sp>
        <p:nvSpPr>
          <p:cNvPr id="170" name="Google Shape;170;p1"/>
          <p:cNvSpPr/>
          <p:nvPr/>
        </p:nvSpPr>
        <p:spPr>
          <a:xfrm>
            <a:off x="12832557" y="4029713"/>
            <a:ext cx="4793850" cy="758250"/>
          </a:xfrm>
          <a:prstGeom prst="rect">
            <a:avLst/>
          </a:prstGeom>
          <a:solidFill>
            <a:srgbClr val="0C0C0C">
              <a:alpha val="77254"/>
            </a:srgbClr>
          </a:solidFill>
          <a:ln>
            <a:noFill/>
          </a:ln>
        </p:spPr>
        <p:txBody>
          <a:bodyPr anchorCtr="0" anchor="ctr" bIns="68550" lIns="137125" spcFirstLastPara="1" rIns="137125" wrap="square" tIns="68550">
            <a:noAutofit/>
          </a:bodyPr>
          <a:lstStyle/>
          <a:p>
            <a:pPr indent="0" lvl="0" marL="0" marR="0" rtl="0" algn="ctr">
              <a:lnSpc>
                <a:spcPct val="100000"/>
              </a:lnSpc>
              <a:spcBef>
                <a:spcPts val="0"/>
              </a:spcBef>
              <a:spcAft>
                <a:spcPts val="0"/>
              </a:spcAft>
              <a:buClr>
                <a:srgbClr val="000000"/>
              </a:buClr>
              <a:buSzPts val="2700"/>
              <a:buFont typeface="Arial"/>
              <a:buNone/>
            </a:pPr>
            <a:r>
              <a:t/>
            </a:r>
            <a:endParaRPr b="0" i="0" sz="2700" u="none" cap="none" strike="noStrike">
              <a:solidFill>
                <a:srgbClr val="FFFFFF"/>
              </a:solidFill>
              <a:latin typeface="Georgia"/>
              <a:ea typeface="Georgia"/>
              <a:cs typeface="Georgia"/>
              <a:sym typeface="Georgia"/>
            </a:endParaRPr>
          </a:p>
        </p:txBody>
      </p:sp>
      <p:sp>
        <p:nvSpPr>
          <p:cNvPr id="171" name="Google Shape;171;p1"/>
          <p:cNvSpPr txBox="1"/>
          <p:nvPr/>
        </p:nvSpPr>
        <p:spPr>
          <a:xfrm>
            <a:off x="815982" y="4201163"/>
            <a:ext cx="5285400" cy="415500"/>
          </a:xfrm>
          <a:prstGeom prst="rect">
            <a:avLst/>
          </a:prstGeom>
          <a:noFill/>
          <a:ln>
            <a:noFill/>
          </a:ln>
        </p:spPr>
        <p:txBody>
          <a:bodyPr anchorCtr="0" anchor="t" bIns="68550" lIns="137125" spcFirstLastPara="1" rIns="137125" wrap="square" tIns="6855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FFFFFF"/>
                </a:solidFill>
                <a:latin typeface="Georgia"/>
                <a:ea typeface="Georgia"/>
                <a:cs typeface="Georgia"/>
                <a:sym typeface="Georgia"/>
              </a:rPr>
              <a:t>Specialization:  </a:t>
            </a:r>
            <a:r>
              <a:rPr b="0" i="1" lang="en-US" sz="1800" u="none" cap="none" strike="noStrike">
                <a:solidFill>
                  <a:srgbClr val="FFC000"/>
                </a:solidFill>
                <a:latin typeface="Georgia"/>
                <a:ea typeface="Georgia"/>
                <a:cs typeface="Georgia"/>
                <a:sym typeface="Georgia"/>
              </a:rPr>
              <a:t>Data Engineering</a:t>
            </a:r>
            <a:endParaRPr b="0" i="1" sz="1800" u="none" cap="none" strike="noStrike">
              <a:solidFill>
                <a:srgbClr val="FFC000"/>
              </a:solidFill>
              <a:latin typeface="Georgia"/>
              <a:ea typeface="Georgia"/>
              <a:cs typeface="Georgia"/>
              <a:sym typeface="Georgia"/>
            </a:endParaRPr>
          </a:p>
        </p:txBody>
      </p:sp>
      <p:sp>
        <p:nvSpPr>
          <p:cNvPr id="172" name="Google Shape;172;p1"/>
          <p:cNvSpPr txBox="1"/>
          <p:nvPr/>
        </p:nvSpPr>
        <p:spPr>
          <a:xfrm>
            <a:off x="6497363" y="4201163"/>
            <a:ext cx="6216000" cy="415500"/>
          </a:xfrm>
          <a:prstGeom prst="rect">
            <a:avLst/>
          </a:prstGeom>
          <a:noFill/>
          <a:ln>
            <a:noFill/>
          </a:ln>
        </p:spPr>
        <p:txBody>
          <a:bodyPr anchorCtr="0" anchor="t" bIns="68550" lIns="137125" spcFirstLastPara="1" rIns="137125" wrap="square" tIns="6855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FFFFFF"/>
                </a:solidFill>
                <a:latin typeface="Georgia"/>
                <a:ea typeface="Georgia"/>
                <a:cs typeface="Georgia"/>
                <a:sym typeface="Georgia"/>
              </a:rPr>
              <a:t>Business Focus: </a:t>
            </a:r>
            <a:r>
              <a:rPr b="1" i="0" lang="en-US" sz="1800" u="none" cap="none" strike="noStrike">
                <a:solidFill>
                  <a:srgbClr val="FFC000"/>
                </a:solidFill>
                <a:latin typeface="Georgia"/>
                <a:ea typeface="Georgia"/>
                <a:cs typeface="Georgia"/>
                <a:sym typeface="Georgia"/>
              </a:rPr>
              <a:t> </a:t>
            </a:r>
            <a:r>
              <a:rPr b="0" i="1" lang="en-US" sz="1800" u="none" cap="none" strike="noStrike">
                <a:solidFill>
                  <a:srgbClr val="FFC000"/>
                </a:solidFill>
                <a:latin typeface="Georgia"/>
                <a:ea typeface="Georgia"/>
                <a:cs typeface="Georgia"/>
                <a:sym typeface="Georgia"/>
              </a:rPr>
              <a:t>Health Sector</a:t>
            </a:r>
            <a:endParaRPr b="0" i="1" sz="1800" u="none" cap="none" strike="noStrike">
              <a:solidFill>
                <a:srgbClr val="FFC000"/>
              </a:solidFill>
              <a:latin typeface="Georgia"/>
              <a:ea typeface="Georgia"/>
              <a:cs typeface="Georgia"/>
              <a:sym typeface="Georgia"/>
            </a:endParaRPr>
          </a:p>
        </p:txBody>
      </p:sp>
      <p:sp>
        <p:nvSpPr>
          <p:cNvPr id="173" name="Google Shape;173;p1"/>
          <p:cNvSpPr txBox="1"/>
          <p:nvPr/>
        </p:nvSpPr>
        <p:spPr>
          <a:xfrm>
            <a:off x="13033926" y="4201163"/>
            <a:ext cx="4391100" cy="415500"/>
          </a:xfrm>
          <a:prstGeom prst="rect">
            <a:avLst/>
          </a:prstGeom>
          <a:noFill/>
          <a:ln>
            <a:noFill/>
          </a:ln>
        </p:spPr>
        <p:txBody>
          <a:bodyPr anchorCtr="0" anchor="t" bIns="68550" lIns="137125" spcFirstLastPara="1" rIns="137125" wrap="square" tIns="6855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FFFFFF"/>
                </a:solidFill>
                <a:latin typeface="Georgia"/>
                <a:ea typeface="Georgia"/>
                <a:cs typeface="Georgia"/>
                <a:sym typeface="Georgia"/>
              </a:rPr>
              <a:t>Tool:  </a:t>
            </a:r>
            <a:r>
              <a:rPr b="0" i="1" lang="en-US" sz="1800" u="none" cap="none" strike="noStrike">
                <a:solidFill>
                  <a:srgbClr val="FFC000"/>
                </a:solidFill>
                <a:latin typeface="Georgia"/>
                <a:ea typeface="Georgia"/>
                <a:cs typeface="Georgia"/>
                <a:sym typeface="Georgia"/>
              </a:rPr>
              <a:t>Azure Cloud</a:t>
            </a:r>
            <a:endParaRPr b="0" i="1" sz="1800" u="none" cap="none" strike="noStrike">
              <a:solidFill>
                <a:srgbClr val="FFC000"/>
              </a:solidFill>
              <a:latin typeface="Georgia"/>
              <a:ea typeface="Georgia"/>
              <a:cs typeface="Georgia"/>
              <a:sym typeface="Georgia"/>
            </a:endParaRPr>
          </a:p>
        </p:txBody>
      </p:sp>
      <p:sp>
        <p:nvSpPr>
          <p:cNvPr id="174" name="Google Shape;174;p1"/>
          <p:cNvSpPr/>
          <p:nvPr/>
        </p:nvSpPr>
        <p:spPr>
          <a:xfrm>
            <a:off x="567825" y="7011675"/>
            <a:ext cx="8980650" cy="2909250"/>
          </a:xfrm>
          <a:prstGeom prst="rect">
            <a:avLst/>
          </a:prstGeom>
          <a:solidFill>
            <a:srgbClr val="0C0C0C">
              <a:alpha val="77254"/>
            </a:srgbClr>
          </a:solidFill>
          <a:ln>
            <a:noFill/>
          </a:ln>
        </p:spPr>
        <p:txBody>
          <a:bodyPr anchorCtr="0" anchor="ctr" bIns="68550" lIns="137125" spcFirstLastPara="1" rIns="137125" wrap="square" tIns="68550">
            <a:noAutofit/>
          </a:bodyPr>
          <a:lstStyle/>
          <a:p>
            <a:pPr indent="0" lvl="0" marL="0" marR="0" rtl="0" algn="ctr">
              <a:lnSpc>
                <a:spcPct val="100000"/>
              </a:lnSpc>
              <a:spcBef>
                <a:spcPts val="0"/>
              </a:spcBef>
              <a:spcAft>
                <a:spcPts val="0"/>
              </a:spcAft>
              <a:buClr>
                <a:srgbClr val="000000"/>
              </a:buClr>
              <a:buSzPts val="2700"/>
              <a:buFont typeface="Arial"/>
              <a:buNone/>
            </a:pPr>
            <a:r>
              <a:t/>
            </a:r>
            <a:endParaRPr b="0" i="0" sz="2700" u="none" cap="none" strike="noStrike">
              <a:solidFill>
                <a:srgbClr val="FFFFFF"/>
              </a:solidFill>
              <a:latin typeface="Georgia"/>
              <a:ea typeface="Georgia"/>
              <a:cs typeface="Georgia"/>
              <a:sym typeface="Georgia"/>
            </a:endParaRPr>
          </a:p>
        </p:txBody>
      </p:sp>
      <p:sp>
        <p:nvSpPr>
          <p:cNvPr id="175" name="Google Shape;175;p1"/>
          <p:cNvSpPr/>
          <p:nvPr/>
        </p:nvSpPr>
        <p:spPr>
          <a:xfrm>
            <a:off x="9685238" y="7011675"/>
            <a:ext cx="7886700" cy="2909250"/>
          </a:xfrm>
          <a:prstGeom prst="rect">
            <a:avLst/>
          </a:prstGeom>
          <a:solidFill>
            <a:srgbClr val="0C0C0C">
              <a:alpha val="77254"/>
            </a:srgbClr>
          </a:solidFill>
          <a:ln>
            <a:noFill/>
          </a:ln>
        </p:spPr>
        <p:txBody>
          <a:bodyPr anchorCtr="0" anchor="ctr" bIns="68550" lIns="137125" spcFirstLastPara="1" rIns="137125" wrap="square" tIns="68550">
            <a:noAutofit/>
          </a:bodyPr>
          <a:lstStyle/>
          <a:p>
            <a:pPr indent="0" lvl="0" marL="0" marR="0" rtl="0" algn="ctr">
              <a:lnSpc>
                <a:spcPct val="100000"/>
              </a:lnSpc>
              <a:spcBef>
                <a:spcPts val="0"/>
              </a:spcBef>
              <a:spcAft>
                <a:spcPts val="0"/>
              </a:spcAft>
              <a:buClr>
                <a:srgbClr val="000000"/>
              </a:buClr>
              <a:buSzPts val="2700"/>
              <a:buFont typeface="Arial"/>
              <a:buNone/>
            </a:pPr>
            <a:r>
              <a:t/>
            </a:r>
            <a:endParaRPr b="0" i="0" sz="2700" u="none" cap="none" strike="noStrike">
              <a:solidFill>
                <a:srgbClr val="FFFFFF"/>
              </a:solidFill>
              <a:latin typeface="Georgia"/>
              <a:ea typeface="Georgia"/>
              <a:cs typeface="Georgia"/>
              <a:sym typeface="Georgia"/>
            </a:endParaRPr>
          </a:p>
        </p:txBody>
      </p:sp>
      <p:sp>
        <p:nvSpPr>
          <p:cNvPr id="176" name="Google Shape;176;p1"/>
          <p:cNvSpPr txBox="1"/>
          <p:nvPr/>
        </p:nvSpPr>
        <p:spPr>
          <a:xfrm>
            <a:off x="9921038" y="7219576"/>
            <a:ext cx="6570450" cy="1315684"/>
          </a:xfrm>
          <a:prstGeom prst="rect">
            <a:avLst/>
          </a:prstGeom>
          <a:noFill/>
          <a:ln>
            <a:noFill/>
          </a:ln>
        </p:spPr>
        <p:txBody>
          <a:bodyPr anchorCtr="0" anchor="t" bIns="68550" lIns="137125" spcFirstLastPara="1" rIns="137125" wrap="square" tIns="68550">
            <a:spAutoFit/>
          </a:bodyPr>
          <a:lstStyle/>
          <a:p>
            <a:pPr indent="0" lvl="0" marL="0" marR="0" rtl="0" algn="l">
              <a:lnSpc>
                <a:spcPct val="100000"/>
              </a:lnSpc>
              <a:spcBef>
                <a:spcPts val="0"/>
              </a:spcBef>
              <a:spcAft>
                <a:spcPts val="0"/>
              </a:spcAft>
              <a:buClr>
                <a:srgbClr val="000000"/>
              </a:buClr>
              <a:buSzPts val="2700"/>
              <a:buFont typeface="Arial"/>
              <a:buNone/>
            </a:pPr>
            <a:r>
              <a:rPr b="1" i="0" lang="en-US" sz="2700" u="none" cap="none" strike="noStrike">
                <a:solidFill>
                  <a:srgbClr val="FFFFFF"/>
                </a:solidFill>
                <a:latin typeface="Georgia"/>
                <a:ea typeface="Georgia"/>
                <a:cs typeface="Georgia"/>
                <a:sym typeface="Georgia"/>
              </a:rPr>
              <a:t>Tools and Technology to be Used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700"/>
              <a:buFont typeface="Arial"/>
              <a:buNone/>
            </a:pPr>
            <a:r>
              <a:t/>
            </a:r>
            <a:endParaRPr b="1" i="1" sz="2700" u="none" cap="none" strike="noStrike">
              <a:solidFill>
                <a:srgbClr val="FFFFFF"/>
              </a:solidFill>
              <a:latin typeface="Georgia"/>
              <a:ea typeface="Georgia"/>
              <a:cs typeface="Georgia"/>
              <a:sym typeface="Georgia"/>
            </a:endParaRPr>
          </a:p>
          <a:p>
            <a:pPr indent="0" lvl="0" marL="0" marR="0" rtl="0" algn="l">
              <a:lnSpc>
                <a:spcPct val="100000"/>
              </a:lnSpc>
              <a:spcBef>
                <a:spcPts val="0"/>
              </a:spcBef>
              <a:spcAft>
                <a:spcPts val="0"/>
              </a:spcAft>
              <a:buClr>
                <a:srgbClr val="000000"/>
              </a:buClr>
              <a:buSzPts val="2250"/>
              <a:buFont typeface="Arial"/>
              <a:buNone/>
            </a:pPr>
            <a:r>
              <a:t/>
            </a:r>
            <a:endParaRPr b="0" i="1" sz="2250" u="none" cap="none" strike="noStrike">
              <a:solidFill>
                <a:srgbClr val="FFC000"/>
              </a:solidFill>
              <a:latin typeface="Georgia"/>
              <a:ea typeface="Georgia"/>
              <a:cs typeface="Georgia"/>
              <a:sym typeface="Georgia"/>
            </a:endParaRPr>
          </a:p>
        </p:txBody>
      </p:sp>
      <p:sp>
        <p:nvSpPr>
          <p:cNvPr id="177" name="Google Shape;177;p1"/>
          <p:cNvSpPr txBox="1"/>
          <p:nvPr/>
        </p:nvSpPr>
        <p:spPr>
          <a:xfrm>
            <a:off x="709200" y="7219576"/>
            <a:ext cx="8434800" cy="2746845"/>
          </a:xfrm>
          <a:prstGeom prst="rect">
            <a:avLst/>
          </a:prstGeom>
          <a:noFill/>
          <a:ln>
            <a:noFill/>
          </a:ln>
        </p:spPr>
        <p:txBody>
          <a:bodyPr anchorCtr="0" anchor="t" bIns="68550" lIns="137125" spcFirstLastPara="1" rIns="137125" wrap="square" tIns="68550">
            <a:spAutoFit/>
          </a:bodyPr>
          <a:lstStyle/>
          <a:p>
            <a:pPr indent="0" lvl="0" marL="0" marR="0" rtl="0" algn="l">
              <a:lnSpc>
                <a:spcPct val="100000"/>
              </a:lnSpc>
              <a:spcBef>
                <a:spcPts val="0"/>
              </a:spcBef>
              <a:spcAft>
                <a:spcPts val="0"/>
              </a:spcAft>
              <a:buClr>
                <a:srgbClr val="000000"/>
              </a:buClr>
              <a:buSzPts val="2700"/>
              <a:buFont typeface="Arial"/>
              <a:buNone/>
            </a:pPr>
            <a:r>
              <a:rPr b="1" i="0" lang="en-US" sz="2700" u="none" cap="none" strike="noStrike">
                <a:solidFill>
                  <a:srgbClr val="FFFFFF"/>
                </a:solidFill>
                <a:latin typeface="Georgia"/>
                <a:ea typeface="Georgia"/>
                <a:cs typeface="Georgia"/>
                <a:sym typeface="Georgia"/>
              </a:rPr>
              <a:t>Project Learning Opportunities</a:t>
            </a:r>
            <a:br>
              <a:rPr b="1" i="0" lang="en-US" sz="2700" u="none" cap="none" strike="noStrike">
                <a:solidFill>
                  <a:srgbClr val="FFFFFF"/>
                </a:solidFill>
                <a:latin typeface="Georgia"/>
                <a:ea typeface="Georgia"/>
                <a:cs typeface="Georgia"/>
                <a:sym typeface="Georgia"/>
              </a:rPr>
            </a:br>
            <a:endParaRPr b="1" i="0" sz="2700" u="none" cap="none" strike="noStrike">
              <a:solidFill>
                <a:srgbClr val="FFFFFF"/>
              </a:solidFill>
              <a:latin typeface="Georgia"/>
              <a:ea typeface="Georgia"/>
              <a:cs typeface="Georgia"/>
              <a:sym typeface="Georgia"/>
            </a:endParaRPr>
          </a:p>
          <a:p>
            <a:pPr indent="0" lvl="0" marL="0" marR="0" rtl="0" algn="just">
              <a:lnSpc>
                <a:spcPct val="100000"/>
              </a:lnSpc>
              <a:spcBef>
                <a:spcPts val="0"/>
              </a:spcBef>
              <a:spcAft>
                <a:spcPts val="0"/>
              </a:spcAft>
              <a:buClr>
                <a:srgbClr val="000000"/>
              </a:buClr>
              <a:buSzPts val="2250"/>
              <a:buFont typeface="Arial"/>
              <a:buNone/>
            </a:pPr>
            <a:r>
              <a:rPr b="0" i="1" lang="en-US" sz="2250" u="none" cap="none" strike="noStrike">
                <a:solidFill>
                  <a:srgbClr val="FFC000"/>
                </a:solidFill>
                <a:latin typeface="Georgia"/>
                <a:ea typeface="Georgia"/>
                <a:cs typeface="Georgia"/>
                <a:sym typeface="Georgia"/>
              </a:rPr>
              <a:t>Leverage Azure cloud to build efficient and scalable data pipelines for a hospital to solve the problem of data silos, and support business analytics and data-driven decision making.</a:t>
            </a:r>
            <a:br>
              <a:rPr b="0" i="1" lang="en-US" sz="2700" u="none" cap="none" strike="noStrike">
                <a:solidFill>
                  <a:srgbClr val="FFC000"/>
                </a:solidFill>
                <a:latin typeface="Georgia"/>
                <a:ea typeface="Georgia"/>
                <a:cs typeface="Georgia"/>
                <a:sym typeface="Georgia"/>
              </a:rPr>
            </a:br>
            <a:endParaRPr b="0" i="1" sz="2700" u="none" cap="none" strike="noStrike">
              <a:solidFill>
                <a:srgbClr val="FFC000"/>
              </a:solidFill>
              <a:latin typeface="Georgia"/>
              <a:ea typeface="Georgia"/>
              <a:cs typeface="Georgia"/>
              <a:sym typeface="Georgia"/>
            </a:endParaRPr>
          </a:p>
          <a:p>
            <a:pPr indent="0" lvl="0" marL="0" marR="0" rtl="0" algn="just">
              <a:lnSpc>
                <a:spcPct val="100000"/>
              </a:lnSpc>
              <a:spcBef>
                <a:spcPts val="0"/>
              </a:spcBef>
              <a:spcAft>
                <a:spcPts val="0"/>
              </a:spcAft>
              <a:buClr>
                <a:srgbClr val="000000"/>
              </a:buClr>
              <a:buSzPts val="2100"/>
              <a:buFont typeface="Arial"/>
              <a:buNone/>
            </a:pPr>
            <a:r>
              <a:t/>
            </a:r>
            <a:endParaRPr b="0" i="0" sz="2100" u="none" cap="none" strike="noStrike">
              <a:solidFill>
                <a:srgbClr val="FFFFFF"/>
              </a:solidFill>
              <a:latin typeface="Georgia"/>
              <a:ea typeface="Georgia"/>
              <a:cs typeface="Georgia"/>
              <a:sym typeface="Georgia"/>
            </a:endParaRPr>
          </a:p>
        </p:txBody>
      </p:sp>
      <p:pic>
        <p:nvPicPr>
          <p:cNvPr descr="A blue cylinder with black text&#10;&#10;Description automatically generated" id="178" name="Google Shape;178;p1"/>
          <p:cNvPicPr preferRelativeResize="0"/>
          <p:nvPr/>
        </p:nvPicPr>
        <p:blipFill rotWithShape="1">
          <a:blip r:embed="rId3">
            <a:alphaModFix/>
          </a:blip>
          <a:srcRect b="0" l="0" r="0" t="0"/>
          <a:stretch/>
        </p:blipFill>
        <p:spPr>
          <a:xfrm>
            <a:off x="9280764" y="7638483"/>
            <a:ext cx="1987650" cy="1987650"/>
          </a:xfrm>
          <a:prstGeom prst="rect">
            <a:avLst/>
          </a:prstGeom>
          <a:noFill/>
          <a:ln>
            <a:noFill/>
          </a:ln>
        </p:spPr>
      </p:pic>
      <p:pic>
        <p:nvPicPr>
          <p:cNvPr descr="2.1) Azure Data Factory. This is part of a series of articles… | by Caio  Gasparine | Medium" id="179" name="Google Shape;179;p1"/>
          <p:cNvPicPr preferRelativeResize="0"/>
          <p:nvPr/>
        </p:nvPicPr>
        <p:blipFill rotWithShape="1">
          <a:blip r:embed="rId4">
            <a:alphaModFix/>
          </a:blip>
          <a:srcRect b="0" l="0" r="0" t="0"/>
          <a:stretch/>
        </p:blipFill>
        <p:spPr>
          <a:xfrm>
            <a:off x="11008330" y="7974466"/>
            <a:ext cx="2515276" cy="1315683"/>
          </a:xfrm>
          <a:prstGeom prst="rect">
            <a:avLst/>
          </a:prstGeom>
          <a:noFill/>
          <a:ln>
            <a:noFill/>
          </a:ln>
        </p:spPr>
      </p:pic>
      <p:pic>
        <p:nvPicPr>
          <p:cNvPr descr="A logo of a computer software company&#10;&#10;Description automatically generated with medium confidence" id="180" name="Google Shape;180;p1"/>
          <p:cNvPicPr preferRelativeResize="0"/>
          <p:nvPr/>
        </p:nvPicPr>
        <p:blipFill rotWithShape="1">
          <a:blip r:embed="rId5">
            <a:alphaModFix/>
          </a:blip>
          <a:srcRect b="0" l="0" r="0" t="0"/>
          <a:stretch/>
        </p:blipFill>
        <p:spPr>
          <a:xfrm>
            <a:off x="15428798" y="7794635"/>
            <a:ext cx="1602915" cy="1596726"/>
          </a:xfrm>
          <a:prstGeom prst="rect">
            <a:avLst/>
          </a:prstGeom>
          <a:noFill/>
          <a:ln>
            <a:noFill/>
          </a:ln>
        </p:spPr>
      </p:pic>
      <p:grpSp>
        <p:nvGrpSpPr>
          <p:cNvPr id="181" name="Google Shape;181;p1"/>
          <p:cNvGrpSpPr/>
          <p:nvPr/>
        </p:nvGrpSpPr>
        <p:grpSpPr>
          <a:xfrm>
            <a:off x="13343861" y="8054716"/>
            <a:ext cx="1801588" cy="1598255"/>
            <a:chOff x="13343861" y="8054716"/>
            <a:chExt cx="1801588" cy="1598255"/>
          </a:xfrm>
        </p:grpSpPr>
        <p:pic>
          <p:nvPicPr>
            <p:cNvPr descr="A blue and grey cylinder with green inside&#10;&#10;Description automatically generated" id="182" name="Google Shape;182;p1"/>
            <p:cNvPicPr preferRelativeResize="0"/>
            <p:nvPr/>
          </p:nvPicPr>
          <p:blipFill rotWithShape="1">
            <a:blip r:embed="rId6">
              <a:alphaModFix/>
            </a:blip>
            <a:srcRect b="0" l="0" r="0" t="0"/>
            <a:stretch/>
          </p:blipFill>
          <p:spPr>
            <a:xfrm>
              <a:off x="13343861" y="8054716"/>
              <a:ext cx="1801588" cy="1025980"/>
            </a:xfrm>
            <a:prstGeom prst="rect">
              <a:avLst/>
            </a:prstGeom>
            <a:noFill/>
            <a:ln>
              <a:noFill/>
            </a:ln>
          </p:spPr>
        </p:pic>
        <p:sp>
          <p:nvSpPr>
            <p:cNvPr id="183" name="Google Shape;183;p1"/>
            <p:cNvSpPr txBox="1"/>
            <p:nvPr/>
          </p:nvSpPr>
          <p:spPr>
            <a:xfrm>
              <a:off x="13364411" y="9129751"/>
              <a:ext cx="1677062" cy="5232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US" sz="1400" u="none" cap="none" strike="noStrike">
                  <a:solidFill>
                    <a:srgbClr val="1F5C99"/>
                  </a:solidFill>
                  <a:latin typeface="Arial"/>
                  <a:ea typeface="Arial"/>
                  <a:cs typeface="Arial"/>
                  <a:sym typeface="Arial"/>
                </a:rPr>
                <a:t>Azure Datal Lake </a:t>
              </a:r>
              <a:endParaRPr/>
            </a:p>
            <a:p>
              <a:pPr indent="0" lvl="0" marL="0" marR="0" rtl="0" algn="ctr">
                <a:lnSpc>
                  <a:spcPct val="100000"/>
                </a:lnSpc>
                <a:spcBef>
                  <a:spcPts val="0"/>
                </a:spcBef>
                <a:spcAft>
                  <a:spcPts val="0"/>
                </a:spcAft>
                <a:buNone/>
              </a:pPr>
              <a:r>
                <a:rPr b="1" i="0" lang="en-US" sz="1400" u="none" cap="none" strike="noStrike">
                  <a:solidFill>
                    <a:srgbClr val="1F5C99"/>
                  </a:solidFill>
                  <a:latin typeface="Arial"/>
                  <a:ea typeface="Arial"/>
                  <a:cs typeface="Arial"/>
                  <a:sym typeface="Arial"/>
                </a:rPr>
                <a:t>Storage Gen2</a:t>
              </a: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pic>
        <p:nvPicPr>
          <p:cNvPr id="188" name="Google Shape;188;p2"/>
          <p:cNvPicPr preferRelativeResize="0"/>
          <p:nvPr/>
        </p:nvPicPr>
        <p:blipFill rotWithShape="1">
          <a:blip r:embed="rId3">
            <a:alphaModFix/>
          </a:blip>
          <a:srcRect b="0" l="0" r="0" t="0"/>
          <a:stretch/>
        </p:blipFill>
        <p:spPr>
          <a:xfrm>
            <a:off x="0" y="0"/>
            <a:ext cx="18288000" cy="10287000"/>
          </a:xfrm>
          <a:prstGeom prst="rect">
            <a:avLst/>
          </a:prstGeom>
          <a:blipFill rotWithShape="1">
            <a:blip r:embed="rId4">
              <a:alphaModFix/>
            </a:blip>
            <a:tile algn="tl" flip="none" tx="0" sx="100000" ty="0" sy="100000"/>
          </a:blipFill>
          <a:ln>
            <a:noFill/>
          </a:ln>
        </p:spPr>
      </p:pic>
      <p:sp>
        <p:nvSpPr>
          <p:cNvPr id="189" name="Google Shape;189;p2"/>
          <p:cNvSpPr/>
          <p:nvPr/>
        </p:nvSpPr>
        <p:spPr>
          <a:xfrm>
            <a:off x="2458" y="-1"/>
            <a:ext cx="11275142" cy="10286999"/>
          </a:xfrm>
          <a:prstGeom prst="rect">
            <a:avLst/>
          </a:prstGeom>
          <a:solidFill>
            <a:srgbClr val="0C0C0C">
              <a:alpha val="6000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lt1"/>
              </a:solidFill>
              <a:latin typeface="Arial"/>
              <a:ea typeface="Arial"/>
              <a:cs typeface="Arial"/>
              <a:sym typeface="Arial"/>
            </a:endParaRPr>
          </a:p>
        </p:txBody>
      </p:sp>
      <p:sp>
        <p:nvSpPr>
          <p:cNvPr id="190" name="Google Shape;190;p2"/>
          <p:cNvSpPr/>
          <p:nvPr/>
        </p:nvSpPr>
        <p:spPr>
          <a:xfrm>
            <a:off x="14016" y="1028700"/>
            <a:ext cx="6996398" cy="1094033"/>
          </a:xfrm>
          <a:custGeom>
            <a:rect b="b" l="l" r="r" t="t"/>
            <a:pathLst>
              <a:path extrusionOk="0" h="1905381" w="9328531">
                <a:moveTo>
                  <a:pt x="0" y="0"/>
                </a:moveTo>
                <a:lnTo>
                  <a:pt x="1744853" y="0"/>
                </a:lnTo>
                <a:lnTo>
                  <a:pt x="7583678" y="0"/>
                </a:lnTo>
                <a:lnTo>
                  <a:pt x="9328531" y="0"/>
                </a:lnTo>
                <a:lnTo>
                  <a:pt x="8852154" y="1905381"/>
                </a:lnTo>
                <a:lnTo>
                  <a:pt x="7107301" y="1905381"/>
                </a:lnTo>
                <a:lnTo>
                  <a:pt x="1744853" y="1905381"/>
                </a:lnTo>
                <a:lnTo>
                  <a:pt x="0" y="1905381"/>
                </a:lnTo>
                <a:close/>
              </a:path>
            </a:pathLst>
          </a:custGeom>
          <a:solidFill>
            <a:srgbClr val="97480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DA6727"/>
              </a:solidFill>
              <a:highlight>
                <a:srgbClr val="DA6727"/>
              </a:highlight>
              <a:latin typeface="Georgia"/>
              <a:ea typeface="Georgia"/>
              <a:cs typeface="Georgia"/>
              <a:sym typeface="Georgia"/>
            </a:endParaRPr>
          </a:p>
        </p:txBody>
      </p:sp>
      <p:sp>
        <p:nvSpPr>
          <p:cNvPr id="191" name="Google Shape;191;p2"/>
          <p:cNvSpPr/>
          <p:nvPr/>
        </p:nvSpPr>
        <p:spPr>
          <a:xfrm>
            <a:off x="6782472" y="1059455"/>
            <a:ext cx="608933" cy="1094031"/>
          </a:xfrm>
          <a:custGeom>
            <a:rect b="b" l="l" r="r" t="t"/>
            <a:pathLst>
              <a:path extrusionOk="0" h="1905381" w="811911">
                <a:moveTo>
                  <a:pt x="476377" y="0"/>
                </a:moveTo>
                <a:lnTo>
                  <a:pt x="811911" y="0"/>
                </a:lnTo>
                <a:lnTo>
                  <a:pt x="335534" y="1905381"/>
                </a:lnTo>
                <a:lnTo>
                  <a:pt x="0" y="1905381"/>
                </a:lnTo>
                <a:lnTo>
                  <a:pt x="476377" y="0"/>
                </a:lnTo>
                <a:close/>
              </a:path>
            </a:pathLst>
          </a:custGeom>
          <a:solidFill>
            <a:srgbClr val="97480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DA6727"/>
              </a:solidFill>
              <a:highlight>
                <a:srgbClr val="DA6727"/>
              </a:highlight>
              <a:latin typeface="Georgia"/>
              <a:ea typeface="Georgia"/>
              <a:cs typeface="Georgia"/>
              <a:sym typeface="Georgia"/>
            </a:endParaRPr>
          </a:p>
        </p:txBody>
      </p:sp>
      <p:sp>
        <p:nvSpPr>
          <p:cNvPr id="192" name="Google Shape;192;p2"/>
          <p:cNvSpPr/>
          <p:nvPr/>
        </p:nvSpPr>
        <p:spPr>
          <a:xfrm>
            <a:off x="7215129" y="1059455"/>
            <a:ext cx="608933" cy="1094031"/>
          </a:xfrm>
          <a:custGeom>
            <a:rect b="b" l="l" r="r" t="t"/>
            <a:pathLst>
              <a:path extrusionOk="0" h="1905381" w="811911">
                <a:moveTo>
                  <a:pt x="476377" y="0"/>
                </a:moveTo>
                <a:lnTo>
                  <a:pt x="811911" y="0"/>
                </a:lnTo>
                <a:lnTo>
                  <a:pt x="335534" y="1905381"/>
                </a:lnTo>
                <a:lnTo>
                  <a:pt x="0" y="1905381"/>
                </a:lnTo>
                <a:lnTo>
                  <a:pt x="476377" y="0"/>
                </a:lnTo>
                <a:close/>
              </a:path>
            </a:pathLst>
          </a:custGeom>
          <a:solidFill>
            <a:srgbClr val="97480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DA6727"/>
              </a:solidFill>
              <a:highlight>
                <a:srgbClr val="DA6727"/>
              </a:highlight>
              <a:latin typeface="Georgia"/>
              <a:ea typeface="Georgia"/>
              <a:cs typeface="Georgia"/>
              <a:sym typeface="Georgia"/>
            </a:endParaRPr>
          </a:p>
        </p:txBody>
      </p:sp>
      <p:sp>
        <p:nvSpPr>
          <p:cNvPr id="193" name="Google Shape;193;p2"/>
          <p:cNvSpPr/>
          <p:nvPr/>
        </p:nvSpPr>
        <p:spPr>
          <a:xfrm>
            <a:off x="0" y="2705100"/>
            <a:ext cx="11049001" cy="7238983"/>
          </a:xfrm>
          <a:custGeom>
            <a:rect b="b" l="l" r="r" t="t"/>
            <a:pathLst>
              <a:path extrusionOk="0" h="7466330" w="16399511">
                <a:moveTo>
                  <a:pt x="0" y="0"/>
                </a:moveTo>
                <a:lnTo>
                  <a:pt x="16399511" y="0"/>
                </a:lnTo>
                <a:lnTo>
                  <a:pt x="16399511" y="7466330"/>
                </a:lnTo>
                <a:lnTo>
                  <a:pt x="0" y="7466330"/>
                </a:lnTo>
                <a:close/>
              </a:path>
            </a:pathLst>
          </a:custGeom>
          <a:solidFill>
            <a:srgbClr val="97480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94" name="Google Shape;194;p2"/>
          <p:cNvSpPr txBox="1"/>
          <p:nvPr/>
        </p:nvSpPr>
        <p:spPr>
          <a:xfrm>
            <a:off x="324674" y="2982108"/>
            <a:ext cx="7228440" cy="429413"/>
          </a:xfrm>
          <a:prstGeom prst="rect">
            <a:avLst/>
          </a:prstGeom>
          <a:noFill/>
          <a:ln>
            <a:noFill/>
          </a:ln>
        </p:spPr>
        <p:txBody>
          <a:bodyPr anchorCtr="0" anchor="t" bIns="0" lIns="0" spcFirstLastPara="1" rIns="0" wrap="square" tIns="0">
            <a:spAutoFit/>
          </a:bodyPr>
          <a:lstStyle/>
          <a:p>
            <a:pPr indent="0" lvl="0" marL="0" marR="0" rtl="0" algn="l">
              <a:lnSpc>
                <a:spcPct val="128571"/>
              </a:lnSpc>
              <a:spcBef>
                <a:spcPts val="0"/>
              </a:spcBef>
              <a:spcAft>
                <a:spcPts val="0"/>
              </a:spcAft>
              <a:buClr>
                <a:srgbClr val="000000"/>
              </a:buClr>
              <a:buSzPts val="2800"/>
              <a:buFont typeface="Arial"/>
              <a:buNone/>
            </a:pPr>
            <a:r>
              <a:rPr b="1" i="0" lang="en-US" sz="2800" u="none" cap="none" strike="noStrike">
                <a:solidFill>
                  <a:srgbClr val="FFFFFF"/>
                </a:solidFill>
                <a:latin typeface="Georgia"/>
                <a:ea typeface="Georgia"/>
                <a:cs typeface="Georgia"/>
                <a:sym typeface="Georgia"/>
              </a:rPr>
              <a:t>Introduction to the Business</a:t>
            </a:r>
            <a:endParaRPr b="0" i="0" sz="1400" u="none" cap="none" strike="noStrike">
              <a:solidFill>
                <a:srgbClr val="000000"/>
              </a:solidFill>
              <a:latin typeface="Arial"/>
              <a:ea typeface="Arial"/>
              <a:cs typeface="Arial"/>
              <a:sym typeface="Arial"/>
            </a:endParaRPr>
          </a:p>
        </p:txBody>
      </p:sp>
      <p:sp>
        <p:nvSpPr>
          <p:cNvPr id="195" name="Google Shape;195;p2"/>
          <p:cNvSpPr txBox="1"/>
          <p:nvPr/>
        </p:nvSpPr>
        <p:spPr>
          <a:xfrm>
            <a:off x="324674" y="1257300"/>
            <a:ext cx="6375082" cy="508601"/>
          </a:xfrm>
          <a:prstGeom prst="rect">
            <a:avLst/>
          </a:prstGeom>
          <a:noFill/>
          <a:ln>
            <a:noFill/>
          </a:ln>
        </p:spPr>
        <p:txBody>
          <a:bodyPr anchorCtr="0" anchor="t" bIns="0" lIns="0" spcFirstLastPara="1" rIns="0" wrap="square" tIns="0">
            <a:spAutoFit/>
          </a:bodyPr>
          <a:lstStyle/>
          <a:p>
            <a:pPr indent="0" lvl="0" marL="0" marR="0" rtl="0" algn="l">
              <a:lnSpc>
                <a:spcPct val="154285"/>
              </a:lnSpc>
              <a:spcBef>
                <a:spcPts val="0"/>
              </a:spcBef>
              <a:spcAft>
                <a:spcPts val="0"/>
              </a:spcAft>
              <a:buClr>
                <a:srgbClr val="000000"/>
              </a:buClr>
              <a:buSzPts val="2800"/>
              <a:buFont typeface="Arial"/>
              <a:buNone/>
            </a:pPr>
            <a:r>
              <a:rPr b="1" i="0" lang="en-US" sz="2800" u="none" cap="none" strike="noStrike">
                <a:solidFill>
                  <a:srgbClr val="FFFFFF"/>
                </a:solidFill>
                <a:latin typeface="Georgia"/>
                <a:ea typeface="Georgia"/>
                <a:cs typeface="Georgia"/>
                <a:sym typeface="Georgia"/>
              </a:rPr>
              <a:t>Case Study Overview</a:t>
            </a:r>
            <a:endParaRPr b="0" i="0" sz="1400" u="none" cap="none" strike="noStrike">
              <a:solidFill>
                <a:srgbClr val="000000"/>
              </a:solidFill>
              <a:latin typeface="Arial"/>
              <a:ea typeface="Arial"/>
              <a:cs typeface="Arial"/>
              <a:sym typeface="Arial"/>
            </a:endParaRPr>
          </a:p>
        </p:txBody>
      </p:sp>
      <p:pic>
        <p:nvPicPr>
          <p:cNvPr id="196" name="Google Shape;196;p2"/>
          <p:cNvPicPr preferRelativeResize="0"/>
          <p:nvPr/>
        </p:nvPicPr>
        <p:blipFill rotWithShape="1">
          <a:blip r:embed="rId5">
            <a:alphaModFix/>
          </a:blip>
          <a:srcRect b="0" l="0" r="0" t="0"/>
          <a:stretch/>
        </p:blipFill>
        <p:spPr>
          <a:xfrm>
            <a:off x="248787" y="181815"/>
            <a:ext cx="1781175" cy="523875"/>
          </a:xfrm>
          <a:prstGeom prst="rect">
            <a:avLst/>
          </a:prstGeom>
          <a:noFill/>
          <a:ln>
            <a:noFill/>
          </a:ln>
        </p:spPr>
      </p:pic>
      <p:sp>
        <p:nvSpPr>
          <p:cNvPr id="197" name="Google Shape;197;p2"/>
          <p:cNvSpPr/>
          <p:nvPr/>
        </p:nvSpPr>
        <p:spPr>
          <a:xfrm>
            <a:off x="324674" y="3720781"/>
            <a:ext cx="10419526" cy="5994719"/>
          </a:xfrm>
          <a:prstGeom prst="rect">
            <a:avLst/>
          </a:prstGeom>
          <a:solidFill>
            <a:srgbClr val="0C0C0C">
              <a:alpha val="6000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lt1"/>
              </a:solidFill>
              <a:latin typeface="Arial"/>
              <a:ea typeface="Arial"/>
              <a:cs typeface="Arial"/>
              <a:sym typeface="Arial"/>
            </a:endParaRPr>
          </a:p>
        </p:txBody>
      </p:sp>
      <p:sp>
        <p:nvSpPr>
          <p:cNvPr id="198" name="Google Shape;198;p2"/>
          <p:cNvSpPr txBox="1"/>
          <p:nvPr/>
        </p:nvSpPr>
        <p:spPr>
          <a:xfrm>
            <a:off x="698499" y="3959360"/>
            <a:ext cx="9686400" cy="5079600"/>
          </a:xfrm>
          <a:prstGeom prst="rect">
            <a:avLst/>
          </a:prstGeom>
          <a:noFill/>
          <a:ln>
            <a:noFill/>
          </a:ln>
        </p:spPr>
        <p:txBody>
          <a:bodyPr anchorCtr="0" anchor="t" bIns="0" lIns="0" spcFirstLastPara="1" rIns="0" wrap="square" tIns="0">
            <a:spAutoFit/>
          </a:bodyPr>
          <a:lstStyle/>
          <a:p>
            <a:pPr indent="0" lvl="0" marL="0" marR="0" rtl="0" algn="l">
              <a:lnSpc>
                <a:spcPct val="200000"/>
              </a:lnSpc>
              <a:spcBef>
                <a:spcPts val="0"/>
              </a:spcBef>
              <a:spcAft>
                <a:spcPts val="0"/>
              </a:spcAft>
              <a:buClr>
                <a:srgbClr val="000000"/>
              </a:buClr>
              <a:buSzPts val="2000"/>
              <a:buFont typeface="Arial"/>
              <a:buNone/>
            </a:pPr>
            <a:r>
              <a:rPr b="1" i="0" lang="en-US" sz="2200" u="none" cap="none" strike="noStrike">
                <a:solidFill>
                  <a:srgbClr val="FFFFFF"/>
                </a:solidFill>
                <a:latin typeface="Georgia"/>
                <a:ea typeface="Georgia"/>
                <a:cs typeface="Georgia"/>
                <a:sym typeface="Georgia"/>
              </a:rPr>
              <a:t>National Hospital is a leading healthcare institution dedicated to the continual enhancement of patient care services through innovative approaches. Acknowledging the transformative potential of data-driven insights, the  hospital has embarked on a strategic initiative to harness the power of its extensive medical records. The Hospital plans to leverage cloud technologies to propel healthcare research, with a primary focus on  disease prediction, prevention, and better patient care/experience.</a:t>
            </a:r>
            <a:endParaRPr sz="1600"/>
          </a:p>
        </p:txBody>
      </p:sp>
      <p:pic>
        <p:nvPicPr>
          <p:cNvPr descr="doctor performing operation" id="199" name="Google Shape;199;p2"/>
          <p:cNvPicPr preferRelativeResize="0"/>
          <p:nvPr/>
        </p:nvPicPr>
        <p:blipFill rotWithShape="1">
          <a:blip r:embed="rId6">
            <a:alphaModFix/>
          </a:blip>
          <a:srcRect b="0" l="0" r="0" t="0"/>
          <a:stretch/>
        </p:blipFill>
        <p:spPr>
          <a:xfrm>
            <a:off x="11289159" y="0"/>
            <a:ext cx="6998842" cy="10286998"/>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pic>
        <p:nvPicPr>
          <p:cNvPr id="204" name="Google Shape;204;p3"/>
          <p:cNvPicPr preferRelativeResize="0"/>
          <p:nvPr/>
        </p:nvPicPr>
        <p:blipFill rotWithShape="1">
          <a:blip r:embed="rId3">
            <a:alphaModFix/>
          </a:blip>
          <a:srcRect b="0" l="0" r="0" t="0"/>
          <a:stretch/>
        </p:blipFill>
        <p:spPr>
          <a:xfrm>
            <a:off x="0" y="0"/>
            <a:ext cx="18288000" cy="10287000"/>
          </a:xfrm>
          <a:prstGeom prst="rect">
            <a:avLst/>
          </a:prstGeom>
          <a:noFill/>
          <a:ln>
            <a:noFill/>
          </a:ln>
        </p:spPr>
      </p:pic>
      <p:sp>
        <p:nvSpPr>
          <p:cNvPr id="205" name="Google Shape;205;p3"/>
          <p:cNvSpPr/>
          <p:nvPr/>
        </p:nvSpPr>
        <p:spPr>
          <a:xfrm>
            <a:off x="6934200" y="0"/>
            <a:ext cx="11391900" cy="10286999"/>
          </a:xfrm>
          <a:prstGeom prst="rect">
            <a:avLst/>
          </a:prstGeom>
          <a:solidFill>
            <a:srgbClr val="0C0C0C">
              <a:alpha val="6000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lt1"/>
              </a:solidFill>
              <a:latin typeface="Arial"/>
              <a:ea typeface="Arial"/>
              <a:cs typeface="Arial"/>
              <a:sym typeface="Arial"/>
            </a:endParaRPr>
          </a:p>
        </p:txBody>
      </p:sp>
      <p:pic>
        <p:nvPicPr>
          <p:cNvPr id="206" name="Google Shape;206;p3"/>
          <p:cNvPicPr preferRelativeResize="0"/>
          <p:nvPr/>
        </p:nvPicPr>
        <p:blipFill rotWithShape="1">
          <a:blip r:embed="rId4">
            <a:alphaModFix/>
          </a:blip>
          <a:srcRect b="0" l="0" r="0" t="0"/>
          <a:stretch/>
        </p:blipFill>
        <p:spPr>
          <a:xfrm>
            <a:off x="248787" y="181815"/>
            <a:ext cx="1781175" cy="523875"/>
          </a:xfrm>
          <a:prstGeom prst="rect">
            <a:avLst/>
          </a:prstGeom>
          <a:noFill/>
          <a:ln>
            <a:noFill/>
          </a:ln>
        </p:spPr>
      </p:pic>
      <p:sp>
        <p:nvSpPr>
          <p:cNvPr id="207" name="Google Shape;207;p3"/>
          <p:cNvSpPr/>
          <p:nvPr/>
        </p:nvSpPr>
        <p:spPr>
          <a:xfrm>
            <a:off x="7239000" y="2095501"/>
            <a:ext cx="10888312" cy="8000981"/>
          </a:xfrm>
          <a:custGeom>
            <a:rect b="b" l="l" r="r" t="t"/>
            <a:pathLst>
              <a:path extrusionOk="0" h="7466330" w="16399511">
                <a:moveTo>
                  <a:pt x="0" y="0"/>
                </a:moveTo>
                <a:lnTo>
                  <a:pt x="16399511" y="0"/>
                </a:lnTo>
                <a:lnTo>
                  <a:pt x="16399511" y="7466330"/>
                </a:lnTo>
                <a:lnTo>
                  <a:pt x="0" y="7466330"/>
                </a:lnTo>
                <a:close/>
              </a:path>
            </a:pathLst>
          </a:custGeom>
          <a:solidFill>
            <a:srgbClr val="97480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08" name="Google Shape;208;p3"/>
          <p:cNvSpPr/>
          <p:nvPr/>
        </p:nvSpPr>
        <p:spPr>
          <a:xfrm>
            <a:off x="7467600" y="3092736"/>
            <a:ext cx="10473391" cy="6775164"/>
          </a:xfrm>
          <a:prstGeom prst="rect">
            <a:avLst/>
          </a:prstGeom>
          <a:solidFill>
            <a:srgbClr val="0C0C0C">
              <a:alpha val="6000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lt1"/>
              </a:solidFill>
              <a:latin typeface="Arial"/>
              <a:ea typeface="Arial"/>
              <a:cs typeface="Arial"/>
              <a:sym typeface="Arial"/>
            </a:endParaRPr>
          </a:p>
        </p:txBody>
      </p:sp>
      <p:sp>
        <p:nvSpPr>
          <p:cNvPr id="209" name="Google Shape;209;p3"/>
          <p:cNvSpPr txBox="1"/>
          <p:nvPr/>
        </p:nvSpPr>
        <p:spPr>
          <a:xfrm>
            <a:off x="8915400" y="2247900"/>
            <a:ext cx="8955741" cy="692437"/>
          </a:xfrm>
          <a:prstGeom prst="rect">
            <a:avLst/>
          </a:prstGeom>
          <a:noFill/>
          <a:ln>
            <a:noFill/>
          </a:ln>
        </p:spPr>
        <p:txBody>
          <a:bodyPr anchorCtr="0" anchor="t" bIns="68550" lIns="137125" spcFirstLastPara="1" rIns="137125" wrap="square" tIns="68550">
            <a:spAutoFit/>
          </a:bodyPr>
          <a:lstStyle/>
          <a:p>
            <a:pPr indent="0" lvl="0" marL="0" marR="0" rtl="0" algn="r">
              <a:lnSpc>
                <a:spcPct val="100000"/>
              </a:lnSpc>
              <a:spcBef>
                <a:spcPts val="0"/>
              </a:spcBef>
              <a:spcAft>
                <a:spcPts val="0"/>
              </a:spcAft>
              <a:buClr>
                <a:srgbClr val="000000"/>
              </a:buClr>
              <a:buSzPts val="3600"/>
              <a:buFont typeface="Arial"/>
              <a:buNone/>
            </a:pPr>
            <a:r>
              <a:rPr b="1" i="0" lang="en-US" sz="3600" u="none" cap="none" strike="noStrike">
                <a:solidFill>
                  <a:schemeClr val="lt1"/>
                </a:solidFill>
                <a:latin typeface="Georgia"/>
                <a:ea typeface="Georgia"/>
                <a:cs typeface="Georgia"/>
                <a:sym typeface="Georgia"/>
              </a:rPr>
              <a:t>Problem Statement</a:t>
            </a:r>
            <a:endParaRPr b="0" i="0" sz="2700" u="none" cap="none" strike="noStrike">
              <a:solidFill>
                <a:schemeClr val="dk1"/>
              </a:solidFill>
              <a:latin typeface="Georgia"/>
              <a:ea typeface="Georgia"/>
              <a:cs typeface="Georgia"/>
              <a:sym typeface="Georgia"/>
            </a:endParaRPr>
          </a:p>
        </p:txBody>
      </p:sp>
      <p:grpSp>
        <p:nvGrpSpPr>
          <p:cNvPr id="210" name="Google Shape;210;p3"/>
          <p:cNvGrpSpPr/>
          <p:nvPr/>
        </p:nvGrpSpPr>
        <p:grpSpPr>
          <a:xfrm flipH="1">
            <a:off x="10516054" y="705690"/>
            <a:ext cx="7810046" cy="1124786"/>
            <a:chOff x="10744200" y="907230"/>
            <a:chExt cx="7810046" cy="1124786"/>
          </a:xfrm>
        </p:grpSpPr>
        <p:sp>
          <p:nvSpPr>
            <p:cNvPr id="211" name="Google Shape;211;p3"/>
            <p:cNvSpPr/>
            <p:nvPr/>
          </p:nvSpPr>
          <p:spPr>
            <a:xfrm>
              <a:off x="10744200" y="907230"/>
              <a:ext cx="6996398" cy="1094033"/>
            </a:xfrm>
            <a:custGeom>
              <a:rect b="b" l="l" r="r" t="t"/>
              <a:pathLst>
                <a:path extrusionOk="0" h="1905381" w="9328531">
                  <a:moveTo>
                    <a:pt x="0" y="0"/>
                  </a:moveTo>
                  <a:lnTo>
                    <a:pt x="1744853" y="0"/>
                  </a:lnTo>
                  <a:lnTo>
                    <a:pt x="7583678" y="0"/>
                  </a:lnTo>
                  <a:lnTo>
                    <a:pt x="9328531" y="0"/>
                  </a:lnTo>
                  <a:lnTo>
                    <a:pt x="8852154" y="1905381"/>
                  </a:lnTo>
                  <a:lnTo>
                    <a:pt x="7107301" y="1905381"/>
                  </a:lnTo>
                  <a:lnTo>
                    <a:pt x="1744853" y="1905381"/>
                  </a:lnTo>
                  <a:lnTo>
                    <a:pt x="0" y="1905381"/>
                  </a:lnTo>
                  <a:close/>
                </a:path>
              </a:pathLst>
            </a:custGeom>
            <a:solidFill>
              <a:srgbClr val="97480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DA6727"/>
                </a:solidFill>
                <a:highlight>
                  <a:srgbClr val="DA6727"/>
                </a:highlight>
                <a:latin typeface="Calibri"/>
                <a:ea typeface="Calibri"/>
                <a:cs typeface="Calibri"/>
                <a:sym typeface="Calibri"/>
              </a:endParaRPr>
            </a:p>
          </p:txBody>
        </p:sp>
        <p:sp>
          <p:nvSpPr>
            <p:cNvPr id="212" name="Google Shape;212;p3"/>
            <p:cNvSpPr/>
            <p:nvPr/>
          </p:nvSpPr>
          <p:spPr>
            <a:xfrm>
              <a:off x="17512656" y="937985"/>
              <a:ext cx="608933" cy="1094031"/>
            </a:xfrm>
            <a:custGeom>
              <a:rect b="b" l="l" r="r" t="t"/>
              <a:pathLst>
                <a:path extrusionOk="0" h="1905381" w="811911">
                  <a:moveTo>
                    <a:pt x="476377" y="0"/>
                  </a:moveTo>
                  <a:lnTo>
                    <a:pt x="811911" y="0"/>
                  </a:lnTo>
                  <a:lnTo>
                    <a:pt x="335534" y="1905381"/>
                  </a:lnTo>
                  <a:lnTo>
                    <a:pt x="0" y="1905381"/>
                  </a:lnTo>
                  <a:lnTo>
                    <a:pt x="476377" y="0"/>
                  </a:lnTo>
                  <a:close/>
                </a:path>
              </a:pathLst>
            </a:custGeom>
            <a:solidFill>
              <a:srgbClr val="97480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DA6727"/>
                </a:solidFill>
                <a:highlight>
                  <a:srgbClr val="DA6727"/>
                </a:highlight>
                <a:latin typeface="Calibri"/>
                <a:ea typeface="Calibri"/>
                <a:cs typeface="Calibri"/>
                <a:sym typeface="Calibri"/>
              </a:endParaRPr>
            </a:p>
          </p:txBody>
        </p:sp>
        <p:sp>
          <p:nvSpPr>
            <p:cNvPr id="213" name="Google Shape;213;p3"/>
            <p:cNvSpPr/>
            <p:nvPr/>
          </p:nvSpPr>
          <p:spPr>
            <a:xfrm>
              <a:off x="17945313" y="937985"/>
              <a:ext cx="608933" cy="1094031"/>
            </a:xfrm>
            <a:custGeom>
              <a:rect b="b" l="l" r="r" t="t"/>
              <a:pathLst>
                <a:path extrusionOk="0" h="1905381" w="811911">
                  <a:moveTo>
                    <a:pt x="476377" y="0"/>
                  </a:moveTo>
                  <a:lnTo>
                    <a:pt x="811911" y="0"/>
                  </a:lnTo>
                  <a:lnTo>
                    <a:pt x="335534" y="1905381"/>
                  </a:lnTo>
                  <a:lnTo>
                    <a:pt x="0" y="1905381"/>
                  </a:lnTo>
                  <a:lnTo>
                    <a:pt x="476377" y="0"/>
                  </a:lnTo>
                  <a:close/>
                </a:path>
              </a:pathLst>
            </a:custGeom>
            <a:solidFill>
              <a:srgbClr val="97480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DA6727"/>
                </a:solidFill>
                <a:highlight>
                  <a:srgbClr val="DA6727"/>
                </a:highlight>
                <a:latin typeface="Calibri"/>
                <a:ea typeface="Calibri"/>
                <a:cs typeface="Calibri"/>
                <a:sym typeface="Calibri"/>
              </a:endParaRPr>
            </a:p>
          </p:txBody>
        </p:sp>
      </p:grpSp>
      <p:sp>
        <p:nvSpPr>
          <p:cNvPr id="214" name="Google Shape;214;p3"/>
          <p:cNvSpPr txBox="1"/>
          <p:nvPr/>
        </p:nvSpPr>
        <p:spPr>
          <a:xfrm>
            <a:off x="11565909" y="1010667"/>
            <a:ext cx="6375082" cy="551433"/>
          </a:xfrm>
          <a:prstGeom prst="rect">
            <a:avLst/>
          </a:prstGeom>
          <a:noFill/>
          <a:ln>
            <a:noFill/>
          </a:ln>
        </p:spPr>
        <p:txBody>
          <a:bodyPr anchorCtr="0" anchor="t" bIns="0" lIns="0" spcFirstLastPara="1" rIns="0" wrap="square" tIns="0">
            <a:spAutoFit/>
          </a:bodyPr>
          <a:lstStyle/>
          <a:p>
            <a:pPr indent="0" lvl="0" marL="0" marR="0" rtl="0" algn="r">
              <a:lnSpc>
                <a:spcPct val="120000"/>
              </a:lnSpc>
              <a:spcBef>
                <a:spcPts val="0"/>
              </a:spcBef>
              <a:spcAft>
                <a:spcPts val="0"/>
              </a:spcAft>
              <a:buClr>
                <a:srgbClr val="000000"/>
              </a:buClr>
              <a:buSzPts val="3600"/>
              <a:buFont typeface="Arial"/>
              <a:buNone/>
            </a:pPr>
            <a:r>
              <a:rPr b="1" i="0" lang="en-US" sz="3600" u="none" cap="none" strike="noStrike">
                <a:solidFill>
                  <a:srgbClr val="FFFFFF"/>
                </a:solidFill>
                <a:latin typeface="Georgia"/>
                <a:ea typeface="Georgia"/>
                <a:cs typeface="Georgia"/>
                <a:sym typeface="Georgia"/>
              </a:rPr>
              <a:t>Case Study Overview</a:t>
            </a:r>
            <a:endParaRPr b="0" i="0" sz="1400" u="none" cap="none" strike="noStrike">
              <a:solidFill>
                <a:srgbClr val="000000"/>
              </a:solidFill>
              <a:latin typeface="Arial"/>
              <a:ea typeface="Arial"/>
              <a:cs typeface="Arial"/>
              <a:sym typeface="Arial"/>
            </a:endParaRPr>
          </a:p>
        </p:txBody>
      </p:sp>
      <p:sp>
        <p:nvSpPr>
          <p:cNvPr id="215" name="Google Shape;215;p3"/>
          <p:cNvSpPr txBox="1"/>
          <p:nvPr/>
        </p:nvSpPr>
        <p:spPr>
          <a:xfrm>
            <a:off x="7839920" y="3236115"/>
            <a:ext cx="9686400" cy="6434100"/>
          </a:xfrm>
          <a:prstGeom prst="rect">
            <a:avLst/>
          </a:prstGeom>
          <a:noFill/>
          <a:ln>
            <a:noFill/>
          </a:ln>
        </p:spPr>
        <p:txBody>
          <a:bodyPr anchorCtr="0" anchor="t" bIns="0" lIns="0" spcFirstLastPara="1" rIns="0" wrap="square" tIns="0">
            <a:spAutoFit/>
          </a:bodyPr>
          <a:lstStyle/>
          <a:p>
            <a:pPr indent="0" lvl="0" marL="0" marR="0" rtl="0" algn="l">
              <a:lnSpc>
                <a:spcPct val="200000"/>
              </a:lnSpc>
              <a:spcBef>
                <a:spcPts val="0"/>
              </a:spcBef>
              <a:spcAft>
                <a:spcPts val="0"/>
              </a:spcAft>
              <a:buClr>
                <a:srgbClr val="000000"/>
              </a:buClr>
              <a:buSzPts val="2000"/>
              <a:buFont typeface="Arial"/>
              <a:buNone/>
            </a:pPr>
            <a:r>
              <a:rPr b="1" i="0" lang="en-US" sz="2200" u="none" cap="none" strike="noStrike">
                <a:solidFill>
                  <a:srgbClr val="FFFFFF"/>
                </a:solidFill>
                <a:latin typeface="Georgia"/>
                <a:ea typeface="Georgia"/>
                <a:cs typeface="Georgia"/>
                <a:sym typeface="Georgia"/>
              </a:rPr>
              <a:t>The business faces a major challenge, as its data currently sits in silos across different departments. The Hospital recognizes the need to adopt cutting-edge solutions to effectively  integrate, analyze and extract meaningful insights from vast and diverse medical datasets they collect. Traditional methods of  data processing are proving inadequate in the face of the growing volume of patient and medical records. To address  this challenge, the hospital is implementing a data analytics solution on Azure, to enable seamless  and efficient querying and analysis of medical data.</a:t>
            </a:r>
            <a:endParaRPr sz="2200"/>
          </a:p>
        </p:txBody>
      </p:sp>
      <p:pic>
        <p:nvPicPr>
          <p:cNvPr descr="350+ Data Silo Stock Photos, Pictures &amp; Royalty-Free Images - iStock | Data  silo vector, Data silo icon" id="216" name="Google Shape;216;p3"/>
          <p:cNvPicPr preferRelativeResize="0"/>
          <p:nvPr/>
        </p:nvPicPr>
        <p:blipFill rotWithShape="1">
          <a:blip r:embed="rId5">
            <a:alphaModFix amt="70000"/>
          </a:blip>
          <a:srcRect b="0" l="0" r="0" t="0"/>
          <a:stretch/>
        </p:blipFill>
        <p:spPr>
          <a:xfrm>
            <a:off x="65757" y="1799723"/>
            <a:ext cx="6935963" cy="6310129"/>
          </a:xfrm>
          <a:prstGeom prst="ellipse">
            <a:avLst/>
          </a:prstGeom>
          <a:noFill/>
          <a:ln cap="rnd" cmpd="sng" w="63500">
            <a:solidFill>
              <a:srgbClr val="333333"/>
            </a:solidFill>
            <a:prstDash val="solid"/>
            <a:round/>
            <a:headEnd len="sm" w="sm" type="none"/>
            <a:tailEnd len="sm" w="sm" type="none"/>
          </a:ln>
          <a:effectLst>
            <a:outerShdw blurRad="381000" sx="-80000" rotWithShape="0" dir="5400000" dist="292100" sy="-18000">
              <a:srgbClr val="000000">
                <a:alpha val="21960"/>
              </a:srgbClr>
            </a:outerShdw>
          </a:effectLst>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pic>
        <p:nvPicPr>
          <p:cNvPr id="221" name="Google Shape;221;p4"/>
          <p:cNvPicPr preferRelativeResize="0"/>
          <p:nvPr/>
        </p:nvPicPr>
        <p:blipFill rotWithShape="1">
          <a:blip r:embed="rId3">
            <a:alphaModFix/>
          </a:blip>
          <a:srcRect b="0" l="0" r="0" t="0"/>
          <a:stretch/>
        </p:blipFill>
        <p:spPr>
          <a:xfrm>
            <a:off x="0" y="0"/>
            <a:ext cx="18288000" cy="10287000"/>
          </a:xfrm>
          <a:prstGeom prst="rect">
            <a:avLst/>
          </a:prstGeom>
          <a:noFill/>
          <a:ln>
            <a:noFill/>
          </a:ln>
        </p:spPr>
      </p:pic>
      <p:sp>
        <p:nvSpPr>
          <p:cNvPr id="222" name="Google Shape;222;p4"/>
          <p:cNvSpPr/>
          <p:nvPr/>
        </p:nvSpPr>
        <p:spPr>
          <a:xfrm>
            <a:off x="0" y="6958469"/>
            <a:ext cx="18288000" cy="3328531"/>
          </a:xfrm>
          <a:custGeom>
            <a:rect b="b" l="l" r="r" t="t"/>
            <a:pathLst>
              <a:path extrusionOk="0" h="4438041" w="24384000">
                <a:moveTo>
                  <a:pt x="0" y="0"/>
                </a:moveTo>
                <a:lnTo>
                  <a:pt x="24384000" y="0"/>
                </a:lnTo>
                <a:lnTo>
                  <a:pt x="24384000" y="4438041"/>
                </a:lnTo>
                <a:lnTo>
                  <a:pt x="0" y="4438041"/>
                </a:lnTo>
                <a:close/>
              </a:path>
            </a:pathLst>
          </a:custGeom>
          <a:blipFill rotWithShape="1">
            <a:blip r:embed="rId4">
              <a:alphaModFix/>
            </a:blip>
            <a:stretch>
              <a:fillRect b="-87355" l="0" r="0" t="-120982"/>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23" name="Google Shape;223;p4"/>
          <p:cNvSpPr/>
          <p:nvPr/>
        </p:nvSpPr>
        <p:spPr>
          <a:xfrm>
            <a:off x="0" y="6958469"/>
            <a:ext cx="18288000" cy="3328531"/>
          </a:xfrm>
          <a:prstGeom prst="rect">
            <a:avLst/>
          </a:prstGeom>
          <a:solidFill>
            <a:srgbClr val="0C0C0C">
              <a:alpha val="6000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lt1"/>
              </a:solidFill>
              <a:latin typeface="Arial"/>
              <a:ea typeface="Arial"/>
              <a:cs typeface="Arial"/>
              <a:sym typeface="Arial"/>
            </a:endParaRPr>
          </a:p>
        </p:txBody>
      </p:sp>
      <p:grpSp>
        <p:nvGrpSpPr>
          <p:cNvPr id="224" name="Google Shape;224;p4"/>
          <p:cNvGrpSpPr/>
          <p:nvPr/>
        </p:nvGrpSpPr>
        <p:grpSpPr>
          <a:xfrm>
            <a:off x="2260783" y="7277530"/>
            <a:ext cx="13766431" cy="1886712"/>
            <a:chOff x="2260783" y="7133844"/>
            <a:chExt cx="13766431" cy="1886712"/>
          </a:xfrm>
        </p:grpSpPr>
        <p:sp>
          <p:nvSpPr>
            <p:cNvPr id="225" name="Google Shape;225;p4"/>
            <p:cNvSpPr/>
            <p:nvPr/>
          </p:nvSpPr>
          <p:spPr>
            <a:xfrm>
              <a:off x="14207558" y="7200900"/>
              <a:ext cx="1819656" cy="1819656"/>
            </a:xfrm>
            <a:custGeom>
              <a:rect b="b" l="l" r="r" t="t"/>
              <a:pathLst>
                <a:path extrusionOk="0" h="2426208" w="2426208">
                  <a:moveTo>
                    <a:pt x="0" y="1213104"/>
                  </a:moveTo>
                  <a:cubicBezTo>
                    <a:pt x="0" y="543179"/>
                    <a:pt x="543179" y="0"/>
                    <a:pt x="1213104" y="0"/>
                  </a:cubicBezTo>
                  <a:cubicBezTo>
                    <a:pt x="1883029" y="0"/>
                    <a:pt x="2426208" y="543179"/>
                    <a:pt x="2426208" y="1213104"/>
                  </a:cubicBezTo>
                  <a:cubicBezTo>
                    <a:pt x="2426208" y="1883029"/>
                    <a:pt x="1883029" y="2426208"/>
                    <a:pt x="1213104" y="2426208"/>
                  </a:cubicBezTo>
                  <a:cubicBezTo>
                    <a:pt x="543179" y="2426208"/>
                    <a:pt x="0" y="1883029"/>
                    <a:pt x="0" y="1213104"/>
                  </a:cubicBezTo>
                  <a:close/>
                </a:path>
              </a:pathLst>
            </a:custGeom>
            <a:solidFill>
              <a:srgbClr val="97480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26" name="Google Shape;226;p4"/>
            <p:cNvSpPr/>
            <p:nvPr/>
          </p:nvSpPr>
          <p:spPr>
            <a:xfrm>
              <a:off x="8234170" y="7200900"/>
              <a:ext cx="1819656" cy="1819656"/>
            </a:xfrm>
            <a:custGeom>
              <a:rect b="b" l="l" r="r" t="t"/>
              <a:pathLst>
                <a:path extrusionOk="0" h="2426208" w="2426208">
                  <a:moveTo>
                    <a:pt x="0" y="1213104"/>
                  </a:moveTo>
                  <a:cubicBezTo>
                    <a:pt x="0" y="543179"/>
                    <a:pt x="543179" y="0"/>
                    <a:pt x="1213104" y="0"/>
                  </a:cubicBezTo>
                  <a:cubicBezTo>
                    <a:pt x="1883029" y="0"/>
                    <a:pt x="2426208" y="543179"/>
                    <a:pt x="2426208" y="1213104"/>
                  </a:cubicBezTo>
                  <a:cubicBezTo>
                    <a:pt x="2426208" y="1883029"/>
                    <a:pt x="1883029" y="2426208"/>
                    <a:pt x="1213104" y="2426208"/>
                  </a:cubicBezTo>
                  <a:cubicBezTo>
                    <a:pt x="543179" y="2426208"/>
                    <a:pt x="0" y="1883029"/>
                    <a:pt x="0" y="1213104"/>
                  </a:cubicBezTo>
                  <a:close/>
                </a:path>
              </a:pathLst>
            </a:custGeom>
            <a:solidFill>
              <a:srgbClr val="97480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27" name="Google Shape;227;p4"/>
            <p:cNvSpPr/>
            <p:nvPr/>
          </p:nvSpPr>
          <p:spPr>
            <a:xfrm>
              <a:off x="14746980" y="7724887"/>
              <a:ext cx="740816" cy="771683"/>
            </a:xfrm>
            <a:custGeom>
              <a:rect b="b" l="l" r="r" t="t"/>
              <a:pathLst>
                <a:path extrusionOk="0" h="771683" w="740816">
                  <a:moveTo>
                    <a:pt x="0" y="0"/>
                  </a:moveTo>
                  <a:lnTo>
                    <a:pt x="740816" y="0"/>
                  </a:lnTo>
                  <a:lnTo>
                    <a:pt x="740816" y="771683"/>
                  </a:lnTo>
                  <a:lnTo>
                    <a:pt x="0" y="771683"/>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nvGrpSpPr>
            <p:cNvPr id="228" name="Google Shape;228;p4"/>
            <p:cNvGrpSpPr/>
            <p:nvPr/>
          </p:nvGrpSpPr>
          <p:grpSpPr>
            <a:xfrm>
              <a:off x="2260783" y="7133844"/>
              <a:ext cx="1819656" cy="1819656"/>
              <a:chOff x="2260783" y="7133844"/>
              <a:chExt cx="1819656" cy="1819656"/>
            </a:xfrm>
          </p:grpSpPr>
          <p:sp>
            <p:nvSpPr>
              <p:cNvPr id="229" name="Google Shape;229;p4"/>
              <p:cNvSpPr/>
              <p:nvPr/>
            </p:nvSpPr>
            <p:spPr>
              <a:xfrm>
                <a:off x="2260783" y="7133844"/>
                <a:ext cx="1819656" cy="1819656"/>
              </a:xfrm>
              <a:custGeom>
                <a:rect b="b" l="l" r="r" t="t"/>
                <a:pathLst>
                  <a:path extrusionOk="0" h="2426208" w="2426208">
                    <a:moveTo>
                      <a:pt x="0" y="1213104"/>
                    </a:moveTo>
                    <a:cubicBezTo>
                      <a:pt x="0" y="543179"/>
                      <a:pt x="543179" y="0"/>
                      <a:pt x="1213104" y="0"/>
                    </a:cubicBezTo>
                    <a:cubicBezTo>
                      <a:pt x="1883029" y="0"/>
                      <a:pt x="2426208" y="543179"/>
                      <a:pt x="2426208" y="1213104"/>
                    </a:cubicBezTo>
                    <a:cubicBezTo>
                      <a:pt x="2426208" y="1883029"/>
                      <a:pt x="1883029" y="2426208"/>
                      <a:pt x="1213104" y="2426208"/>
                    </a:cubicBezTo>
                    <a:cubicBezTo>
                      <a:pt x="543179" y="2426208"/>
                      <a:pt x="0" y="1883029"/>
                      <a:pt x="0" y="1213104"/>
                    </a:cubicBezTo>
                    <a:close/>
                  </a:path>
                </a:pathLst>
              </a:custGeom>
              <a:solidFill>
                <a:srgbClr val="97480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30" name="Google Shape;230;p4"/>
              <p:cNvSpPr/>
              <p:nvPr/>
            </p:nvSpPr>
            <p:spPr>
              <a:xfrm>
                <a:off x="2700074" y="7657831"/>
                <a:ext cx="941077" cy="771683"/>
              </a:xfrm>
              <a:custGeom>
                <a:rect b="b" l="l" r="r" t="t"/>
                <a:pathLst>
                  <a:path extrusionOk="0" h="771683" w="941077">
                    <a:moveTo>
                      <a:pt x="0" y="0"/>
                    </a:moveTo>
                    <a:lnTo>
                      <a:pt x="941077" y="0"/>
                    </a:lnTo>
                    <a:lnTo>
                      <a:pt x="941077" y="771683"/>
                    </a:lnTo>
                    <a:lnTo>
                      <a:pt x="0" y="771683"/>
                    </a:lnTo>
                    <a:lnTo>
                      <a:pt x="0" y="0"/>
                    </a:lnTo>
                    <a:close/>
                  </a:path>
                </a:pathLst>
              </a:cu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31" name="Google Shape;231;p4"/>
            <p:cNvSpPr/>
            <p:nvPr/>
          </p:nvSpPr>
          <p:spPr>
            <a:xfrm>
              <a:off x="8692483" y="7724887"/>
              <a:ext cx="903034" cy="771683"/>
            </a:xfrm>
            <a:custGeom>
              <a:rect b="b" l="l" r="r" t="t"/>
              <a:pathLst>
                <a:path extrusionOk="0" h="771683" w="903034">
                  <a:moveTo>
                    <a:pt x="0" y="0"/>
                  </a:moveTo>
                  <a:lnTo>
                    <a:pt x="903034" y="0"/>
                  </a:lnTo>
                  <a:lnTo>
                    <a:pt x="903034" y="771683"/>
                  </a:lnTo>
                  <a:lnTo>
                    <a:pt x="0" y="771683"/>
                  </a:lnTo>
                  <a:lnTo>
                    <a:pt x="0" y="0"/>
                  </a:lnTo>
                  <a:close/>
                </a:path>
              </a:pathLst>
            </a:custGeom>
            <a:blipFill rotWithShape="1">
              <a:blip r:embed="rId7">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pic>
        <p:nvPicPr>
          <p:cNvPr id="232" name="Google Shape;232;p4"/>
          <p:cNvPicPr preferRelativeResize="0"/>
          <p:nvPr/>
        </p:nvPicPr>
        <p:blipFill rotWithShape="1">
          <a:blip r:embed="rId8">
            <a:alphaModFix/>
          </a:blip>
          <a:srcRect b="0" l="0" r="0" t="0"/>
          <a:stretch/>
        </p:blipFill>
        <p:spPr>
          <a:xfrm>
            <a:off x="248787" y="181815"/>
            <a:ext cx="1781175" cy="523875"/>
          </a:xfrm>
          <a:prstGeom prst="rect">
            <a:avLst/>
          </a:prstGeom>
          <a:noFill/>
          <a:ln>
            <a:noFill/>
          </a:ln>
        </p:spPr>
      </p:pic>
      <p:grpSp>
        <p:nvGrpSpPr>
          <p:cNvPr id="233" name="Google Shape;233;p4"/>
          <p:cNvGrpSpPr/>
          <p:nvPr/>
        </p:nvGrpSpPr>
        <p:grpSpPr>
          <a:xfrm>
            <a:off x="0" y="1104817"/>
            <a:ext cx="7810046" cy="1094034"/>
            <a:chOff x="14016" y="1028700"/>
            <a:chExt cx="7810046" cy="1094034"/>
          </a:xfrm>
        </p:grpSpPr>
        <p:sp>
          <p:nvSpPr>
            <p:cNvPr id="234" name="Google Shape;234;p4"/>
            <p:cNvSpPr/>
            <p:nvPr/>
          </p:nvSpPr>
          <p:spPr>
            <a:xfrm>
              <a:off x="14016" y="1028700"/>
              <a:ext cx="6996398" cy="1094033"/>
            </a:xfrm>
            <a:custGeom>
              <a:rect b="b" l="l" r="r" t="t"/>
              <a:pathLst>
                <a:path extrusionOk="0" h="1905381" w="9328531">
                  <a:moveTo>
                    <a:pt x="0" y="0"/>
                  </a:moveTo>
                  <a:lnTo>
                    <a:pt x="1744853" y="0"/>
                  </a:lnTo>
                  <a:lnTo>
                    <a:pt x="7583678" y="0"/>
                  </a:lnTo>
                  <a:lnTo>
                    <a:pt x="9328531" y="0"/>
                  </a:lnTo>
                  <a:lnTo>
                    <a:pt x="8852154" y="1905381"/>
                  </a:lnTo>
                  <a:lnTo>
                    <a:pt x="7107301" y="1905381"/>
                  </a:lnTo>
                  <a:lnTo>
                    <a:pt x="1744853" y="1905381"/>
                  </a:lnTo>
                  <a:lnTo>
                    <a:pt x="0" y="1905381"/>
                  </a:lnTo>
                  <a:close/>
                </a:path>
              </a:pathLst>
            </a:custGeom>
            <a:solidFill>
              <a:srgbClr val="97480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DA6727"/>
                </a:solidFill>
                <a:highlight>
                  <a:srgbClr val="DA6727"/>
                </a:highlight>
                <a:latin typeface="Georgia"/>
                <a:ea typeface="Georgia"/>
                <a:cs typeface="Georgia"/>
                <a:sym typeface="Georgia"/>
              </a:endParaRPr>
            </a:p>
          </p:txBody>
        </p:sp>
        <p:sp>
          <p:nvSpPr>
            <p:cNvPr id="235" name="Google Shape;235;p4"/>
            <p:cNvSpPr/>
            <p:nvPr/>
          </p:nvSpPr>
          <p:spPr>
            <a:xfrm>
              <a:off x="6782472" y="1059456"/>
              <a:ext cx="608933" cy="1063278"/>
            </a:xfrm>
            <a:custGeom>
              <a:rect b="b" l="l" r="r" t="t"/>
              <a:pathLst>
                <a:path extrusionOk="0" h="1905381" w="811911">
                  <a:moveTo>
                    <a:pt x="476377" y="0"/>
                  </a:moveTo>
                  <a:lnTo>
                    <a:pt x="811911" y="0"/>
                  </a:lnTo>
                  <a:lnTo>
                    <a:pt x="335534" y="1905381"/>
                  </a:lnTo>
                  <a:lnTo>
                    <a:pt x="0" y="1905381"/>
                  </a:lnTo>
                  <a:lnTo>
                    <a:pt x="476377" y="0"/>
                  </a:lnTo>
                  <a:close/>
                </a:path>
              </a:pathLst>
            </a:custGeom>
            <a:solidFill>
              <a:srgbClr val="97480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DA6727"/>
                </a:solidFill>
                <a:highlight>
                  <a:srgbClr val="DA6727"/>
                </a:highlight>
                <a:latin typeface="Georgia"/>
                <a:ea typeface="Georgia"/>
                <a:cs typeface="Georgia"/>
                <a:sym typeface="Georgia"/>
              </a:endParaRPr>
            </a:p>
          </p:txBody>
        </p:sp>
        <p:sp>
          <p:nvSpPr>
            <p:cNvPr id="236" name="Google Shape;236;p4"/>
            <p:cNvSpPr/>
            <p:nvPr/>
          </p:nvSpPr>
          <p:spPr>
            <a:xfrm>
              <a:off x="7215129" y="1059456"/>
              <a:ext cx="608933" cy="1063278"/>
            </a:xfrm>
            <a:custGeom>
              <a:rect b="b" l="l" r="r" t="t"/>
              <a:pathLst>
                <a:path extrusionOk="0" h="1905381" w="811911">
                  <a:moveTo>
                    <a:pt x="476377" y="0"/>
                  </a:moveTo>
                  <a:lnTo>
                    <a:pt x="811911" y="0"/>
                  </a:lnTo>
                  <a:lnTo>
                    <a:pt x="335534" y="1905381"/>
                  </a:lnTo>
                  <a:lnTo>
                    <a:pt x="0" y="1905381"/>
                  </a:lnTo>
                  <a:lnTo>
                    <a:pt x="476377" y="0"/>
                  </a:lnTo>
                  <a:close/>
                </a:path>
              </a:pathLst>
            </a:custGeom>
            <a:solidFill>
              <a:srgbClr val="97480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DA6727"/>
                </a:solidFill>
                <a:highlight>
                  <a:srgbClr val="DA6727"/>
                </a:highlight>
                <a:latin typeface="Georgia"/>
                <a:ea typeface="Georgia"/>
                <a:cs typeface="Georgia"/>
                <a:sym typeface="Georgia"/>
              </a:endParaRPr>
            </a:p>
          </p:txBody>
        </p:sp>
      </p:grpSp>
      <p:sp>
        <p:nvSpPr>
          <p:cNvPr id="237" name="Google Shape;237;p4"/>
          <p:cNvSpPr txBox="1"/>
          <p:nvPr/>
        </p:nvSpPr>
        <p:spPr>
          <a:xfrm>
            <a:off x="294258" y="1219168"/>
            <a:ext cx="6563742" cy="80021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2800"/>
              <a:buFont typeface="Georgia"/>
              <a:buNone/>
            </a:pPr>
            <a:r>
              <a:rPr b="1" i="0" lang="en-US" sz="2800" u="none" cap="none" strike="noStrike">
                <a:solidFill>
                  <a:schemeClr val="lt1"/>
                </a:solidFill>
                <a:latin typeface="Georgia"/>
                <a:ea typeface="Georgia"/>
                <a:cs typeface="Georgia"/>
                <a:sym typeface="Georgia"/>
              </a:rPr>
              <a:t>Rationale for the Project</a:t>
            </a:r>
            <a:endParaRPr b="0" i="0" sz="1800" u="none" cap="none" strike="noStrike">
              <a:solidFill>
                <a:schemeClr val="dk1"/>
              </a:solidFill>
              <a:latin typeface="Georgia"/>
              <a:ea typeface="Georgia"/>
              <a:cs typeface="Georgia"/>
              <a:sym typeface="Georgia"/>
            </a:endParaRPr>
          </a:p>
          <a:p>
            <a:pPr indent="0" lvl="0" marL="0" marR="0" rtl="0" algn="l">
              <a:lnSpc>
                <a:spcPct val="100000"/>
              </a:lnSpc>
              <a:spcBef>
                <a:spcPts val="0"/>
              </a:spcBef>
              <a:spcAft>
                <a:spcPts val="0"/>
              </a:spcAft>
              <a:buClr>
                <a:schemeClr val="lt1"/>
              </a:buClr>
              <a:buSzPts val="1800"/>
              <a:buFont typeface="Georgia"/>
              <a:buNone/>
            </a:pPr>
            <a:r>
              <a:rPr b="0" i="0" lang="en-US" sz="1800" u="none" cap="none" strike="noStrike">
                <a:solidFill>
                  <a:schemeClr val="lt1"/>
                </a:solidFill>
                <a:latin typeface="Georgia"/>
                <a:ea typeface="Georgia"/>
                <a:cs typeface="Georgia"/>
                <a:sym typeface="Georgia"/>
              </a:rPr>
              <a:t>(What is the Importance of the project to the business)</a:t>
            </a:r>
            <a:endParaRPr b="0" i="0" sz="1800" u="none" cap="none" strike="noStrike">
              <a:solidFill>
                <a:schemeClr val="dk1"/>
              </a:solidFill>
              <a:latin typeface="Georgia"/>
              <a:ea typeface="Georgia"/>
              <a:cs typeface="Georgia"/>
              <a:sym typeface="Georgia"/>
            </a:endParaRPr>
          </a:p>
        </p:txBody>
      </p:sp>
      <p:grpSp>
        <p:nvGrpSpPr>
          <p:cNvPr id="238" name="Google Shape;238;p4"/>
          <p:cNvGrpSpPr/>
          <p:nvPr/>
        </p:nvGrpSpPr>
        <p:grpSpPr>
          <a:xfrm>
            <a:off x="342900" y="2328770"/>
            <a:ext cx="17602200" cy="4682148"/>
            <a:chOff x="457200" y="3579704"/>
            <a:chExt cx="17602200" cy="4682148"/>
          </a:xfrm>
        </p:grpSpPr>
        <p:sp>
          <p:nvSpPr>
            <p:cNvPr id="239" name="Google Shape;239;p4"/>
            <p:cNvSpPr/>
            <p:nvPr/>
          </p:nvSpPr>
          <p:spPr>
            <a:xfrm>
              <a:off x="457200" y="3631635"/>
              <a:ext cx="5063738" cy="4516486"/>
            </a:xfrm>
            <a:prstGeom prst="rect">
              <a:avLst/>
            </a:prstGeom>
            <a:solidFill>
              <a:srgbClr val="0C0C0C">
                <a:alpha val="6000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lt1"/>
                </a:solidFill>
                <a:latin typeface="Georgia"/>
                <a:ea typeface="Georgia"/>
                <a:cs typeface="Georgia"/>
                <a:sym typeface="Georgia"/>
              </a:endParaRPr>
            </a:p>
          </p:txBody>
        </p:sp>
        <p:sp>
          <p:nvSpPr>
            <p:cNvPr id="240" name="Google Shape;240;p4"/>
            <p:cNvSpPr txBox="1"/>
            <p:nvPr/>
          </p:nvSpPr>
          <p:spPr>
            <a:xfrm>
              <a:off x="1028700" y="3745141"/>
              <a:ext cx="4283825" cy="461665"/>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Clr>
                  <a:srgbClr val="000000"/>
                </a:buClr>
                <a:buSzPts val="3000"/>
                <a:buFont typeface="Arial"/>
                <a:buNone/>
              </a:pPr>
              <a:r>
                <a:rPr b="1" i="0" lang="en-US" sz="3000" u="none" cap="none" strike="noStrike">
                  <a:solidFill>
                    <a:srgbClr val="DA6727"/>
                  </a:solidFill>
                  <a:latin typeface="Georgia"/>
                  <a:ea typeface="Georgia"/>
                  <a:cs typeface="Georgia"/>
                  <a:sym typeface="Georgia"/>
                </a:rPr>
                <a:t>1.</a:t>
              </a:r>
              <a:endParaRPr b="0" i="0" sz="1400" u="none" cap="none" strike="noStrike">
                <a:solidFill>
                  <a:srgbClr val="000000"/>
                </a:solidFill>
                <a:latin typeface="Arial"/>
                <a:ea typeface="Arial"/>
                <a:cs typeface="Arial"/>
                <a:sym typeface="Arial"/>
              </a:endParaRPr>
            </a:p>
          </p:txBody>
        </p:sp>
        <p:sp>
          <p:nvSpPr>
            <p:cNvPr id="241" name="Google Shape;241;p4"/>
            <p:cNvSpPr txBox="1"/>
            <p:nvPr/>
          </p:nvSpPr>
          <p:spPr>
            <a:xfrm>
              <a:off x="692283" y="4273068"/>
              <a:ext cx="4646912" cy="3988784"/>
            </a:xfrm>
            <a:prstGeom prst="rect">
              <a:avLst/>
            </a:prstGeom>
            <a:noFill/>
            <a:ln>
              <a:noFill/>
            </a:ln>
          </p:spPr>
          <p:txBody>
            <a:bodyPr anchorCtr="0" anchor="t" bIns="0" lIns="0" spcFirstLastPara="1" rIns="0" wrap="square" tIns="0">
              <a:spAutoFit/>
            </a:bodyPr>
            <a:lstStyle/>
            <a:p>
              <a:pPr indent="0" lvl="0" marL="0" marR="0" rtl="0" algn="ctr">
                <a:lnSpc>
                  <a:spcPct val="180000"/>
                </a:lnSpc>
                <a:spcBef>
                  <a:spcPts val="0"/>
                </a:spcBef>
                <a:spcAft>
                  <a:spcPts val="0"/>
                </a:spcAft>
                <a:buClr>
                  <a:srgbClr val="000000"/>
                </a:buClr>
                <a:buSzPts val="1800"/>
                <a:buFont typeface="Arial"/>
                <a:buNone/>
              </a:pPr>
              <a:r>
                <a:rPr b="0" i="0" lang="en-US" sz="1800" u="none" cap="none" strike="noStrike">
                  <a:solidFill>
                    <a:schemeClr val="lt1"/>
                  </a:solidFill>
                  <a:latin typeface="Georgia"/>
                  <a:ea typeface="Georgia"/>
                  <a:cs typeface="Georgia"/>
                  <a:sym typeface="Georgia"/>
                </a:rPr>
                <a:t>The primary rationale for the project is to overcome the challenge of fragmented, siloed data spread across various hospital departments. These data silos hinder the hospital’s ability to gain comprehensive insights, slowing down decision-making and potentially leading to missed opportunities for improving patient outcomes.</a:t>
              </a:r>
              <a:endParaRPr b="0" i="0" sz="1400" u="none" cap="none" strike="noStrike">
                <a:solidFill>
                  <a:srgbClr val="000000"/>
                </a:solidFill>
                <a:latin typeface="Arial"/>
                <a:ea typeface="Arial"/>
                <a:cs typeface="Arial"/>
                <a:sym typeface="Arial"/>
              </a:endParaRPr>
            </a:p>
          </p:txBody>
        </p:sp>
        <p:sp>
          <p:nvSpPr>
            <p:cNvPr id="242" name="Google Shape;242;p4"/>
            <p:cNvSpPr/>
            <p:nvPr/>
          </p:nvSpPr>
          <p:spPr>
            <a:xfrm>
              <a:off x="12995662" y="3579704"/>
              <a:ext cx="5063738" cy="4512785"/>
            </a:xfrm>
            <a:prstGeom prst="rect">
              <a:avLst/>
            </a:prstGeom>
            <a:solidFill>
              <a:srgbClr val="0C0C0C">
                <a:alpha val="6000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lt1"/>
                </a:solidFill>
                <a:latin typeface="Georgia"/>
                <a:ea typeface="Georgia"/>
                <a:cs typeface="Georgia"/>
                <a:sym typeface="Georgia"/>
              </a:endParaRPr>
            </a:p>
          </p:txBody>
        </p:sp>
        <p:sp>
          <p:nvSpPr>
            <p:cNvPr id="243" name="Google Shape;243;p4"/>
            <p:cNvSpPr txBox="1"/>
            <p:nvPr/>
          </p:nvSpPr>
          <p:spPr>
            <a:xfrm>
              <a:off x="13567162" y="3693210"/>
              <a:ext cx="4283825" cy="461665"/>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Clr>
                  <a:srgbClr val="000000"/>
                </a:buClr>
                <a:buSzPts val="3000"/>
                <a:buFont typeface="Arial"/>
                <a:buNone/>
              </a:pPr>
              <a:r>
                <a:rPr b="1" i="0" lang="en-US" sz="3000" u="none" cap="none" strike="noStrike">
                  <a:solidFill>
                    <a:srgbClr val="DA6727"/>
                  </a:solidFill>
                  <a:latin typeface="Georgia"/>
                  <a:ea typeface="Georgia"/>
                  <a:cs typeface="Georgia"/>
                  <a:sym typeface="Georgia"/>
                </a:rPr>
                <a:t>3.</a:t>
              </a:r>
              <a:endParaRPr b="0" i="0" sz="1400" u="none" cap="none" strike="noStrike">
                <a:solidFill>
                  <a:srgbClr val="000000"/>
                </a:solidFill>
                <a:latin typeface="Arial"/>
                <a:ea typeface="Arial"/>
                <a:cs typeface="Arial"/>
                <a:sym typeface="Arial"/>
              </a:endParaRPr>
            </a:p>
          </p:txBody>
        </p:sp>
        <p:sp>
          <p:nvSpPr>
            <p:cNvPr id="244" name="Google Shape;244;p4"/>
            <p:cNvSpPr txBox="1"/>
            <p:nvPr/>
          </p:nvSpPr>
          <p:spPr>
            <a:xfrm>
              <a:off x="13144500" y="4217175"/>
              <a:ext cx="4706487" cy="3490186"/>
            </a:xfrm>
            <a:prstGeom prst="rect">
              <a:avLst/>
            </a:prstGeom>
            <a:noFill/>
            <a:ln>
              <a:noFill/>
            </a:ln>
          </p:spPr>
          <p:txBody>
            <a:bodyPr anchorCtr="0" anchor="t" bIns="0" lIns="0" spcFirstLastPara="1" rIns="0" wrap="square" tIns="0">
              <a:spAutoFit/>
            </a:bodyPr>
            <a:lstStyle/>
            <a:p>
              <a:pPr indent="0" lvl="0" marL="0" marR="0" rtl="0" algn="ctr">
                <a:lnSpc>
                  <a:spcPct val="180000"/>
                </a:lnSpc>
                <a:spcBef>
                  <a:spcPts val="0"/>
                </a:spcBef>
                <a:spcAft>
                  <a:spcPts val="0"/>
                </a:spcAft>
                <a:buClr>
                  <a:srgbClr val="000000"/>
                </a:buClr>
                <a:buSzPts val="1800"/>
                <a:buFont typeface="Arial"/>
                <a:buNone/>
              </a:pPr>
              <a:r>
                <a:rPr b="0" i="0" lang="en-US" sz="1800" u="none" cap="none" strike="noStrike">
                  <a:solidFill>
                    <a:schemeClr val="lt1"/>
                  </a:solidFill>
                  <a:latin typeface="Georgia"/>
                  <a:ea typeface="Georgia"/>
                  <a:cs typeface="Georgia"/>
                  <a:sym typeface="Georgia"/>
                </a:rPr>
                <a:t>By centralizing and automating data processes in the cloud, the hospital can reduce the manual effort currently spent on data collection, integration, and processing. This will lead to greater operational efficiency and lower costs associated with managing fragmented data systems.</a:t>
              </a:r>
              <a:endParaRPr b="0" i="0" sz="1400" u="none" cap="none" strike="noStrike">
                <a:solidFill>
                  <a:srgbClr val="000000"/>
                </a:solidFill>
                <a:latin typeface="Arial"/>
                <a:ea typeface="Arial"/>
                <a:cs typeface="Arial"/>
                <a:sym typeface="Arial"/>
              </a:endParaRPr>
            </a:p>
          </p:txBody>
        </p:sp>
        <p:sp>
          <p:nvSpPr>
            <p:cNvPr id="245" name="Google Shape;245;p4"/>
            <p:cNvSpPr/>
            <p:nvPr/>
          </p:nvSpPr>
          <p:spPr>
            <a:xfrm>
              <a:off x="6743700" y="3631635"/>
              <a:ext cx="5063738" cy="4512785"/>
            </a:xfrm>
            <a:prstGeom prst="rect">
              <a:avLst/>
            </a:prstGeom>
            <a:solidFill>
              <a:srgbClr val="0C0C0C">
                <a:alpha val="6000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lt1"/>
                </a:solidFill>
                <a:latin typeface="Georgia"/>
                <a:ea typeface="Georgia"/>
                <a:cs typeface="Georgia"/>
                <a:sym typeface="Georgia"/>
              </a:endParaRPr>
            </a:p>
          </p:txBody>
        </p:sp>
        <p:sp>
          <p:nvSpPr>
            <p:cNvPr id="246" name="Google Shape;246;p4"/>
            <p:cNvSpPr txBox="1"/>
            <p:nvPr/>
          </p:nvSpPr>
          <p:spPr>
            <a:xfrm>
              <a:off x="7315200" y="3745141"/>
              <a:ext cx="4283825" cy="461665"/>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Clr>
                  <a:srgbClr val="000000"/>
                </a:buClr>
                <a:buSzPts val="3000"/>
                <a:buFont typeface="Arial"/>
                <a:buNone/>
              </a:pPr>
              <a:r>
                <a:rPr b="1" i="0" lang="en-US" sz="3000" u="none" cap="none" strike="noStrike">
                  <a:solidFill>
                    <a:srgbClr val="DA6727"/>
                  </a:solidFill>
                  <a:latin typeface="Georgia"/>
                  <a:ea typeface="Georgia"/>
                  <a:cs typeface="Georgia"/>
                  <a:sym typeface="Georgia"/>
                </a:rPr>
                <a:t>2.</a:t>
              </a:r>
              <a:endParaRPr b="0" i="0" sz="1400" u="none" cap="none" strike="noStrike">
                <a:solidFill>
                  <a:srgbClr val="000000"/>
                </a:solidFill>
                <a:latin typeface="Arial"/>
                <a:ea typeface="Arial"/>
                <a:cs typeface="Arial"/>
                <a:sym typeface="Arial"/>
              </a:endParaRPr>
            </a:p>
          </p:txBody>
        </p:sp>
        <p:sp>
          <p:nvSpPr>
            <p:cNvPr id="247" name="Google Shape;247;p4"/>
            <p:cNvSpPr txBox="1"/>
            <p:nvPr/>
          </p:nvSpPr>
          <p:spPr>
            <a:xfrm>
              <a:off x="6972300" y="4273068"/>
              <a:ext cx="4716269" cy="3988784"/>
            </a:xfrm>
            <a:prstGeom prst="rect">
              <a:avLst/>
            </a:prstGeom>
            <a:noFill/>
            <a:ln>
              <a:noFill/>
            </a:ln>
          </p:spPr>
          <p:txBody>
            <a:bodyPr anchorCtr="0" anchor="t" bIns="0" lIns="0" spcFirstLastPara="1" rIns="0" wrap="square" tIns="0">
              <a:spAutoFit/>
            </a:bodyPr>
            <a:lstStyle/>
            <a:p>
              <a:pPr indent="0" lvl="0" marL="0" marR="0" rtl="0" algn="ctr">
                <a:lnSpc>
                  <a:spcPct val="180000"/>
                </a:lnSpc>
                <a:spcBef>
                  <a:spcPts val="0"/>
                </a:spcBef>
                <a:spcAft>
                  <a:spcPts val="0"/>
                </a:spcAft>
                <a:buClr>
                  <a:srgbClr val="000000"/>
                </a:buClr>
                <a:buSzPts val="1800"/>
                <a:buFont typeface="Arial"/>
                <a:buNone/>
              </a:pPr>
              <a:r>
                <a:rPr b="0" i="0" lang="en-US" sz="1800" u="none" cap="none" strike="noStrike">
                  <a:solidFill>
                    <a:schemeClr val="lt1"/>
                  </a:solidFill>
                  <a:latin typeface="Georgia"/>
                  <a:ea typeface="Georgia"/>
                  <a:cs typeface="Georgia"/>
                  <a:sym typeface="Georgia"/>
                </a:rPr>
                <a:t>Traditional data processing methods are no longer sufficient to handle the ever-growing volume and complexity of patient data. Azure's cloud-based infrastructure offers the scalability and flexibility needed to process and store vast datasets efficiently, allowing the hospital to grow and collect more data, with minimal friction.</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pic>
        <p:nvPicPr>
          <p:cNvPr id="252" name="Google Shape;252;p34"/>
          <p:cNvPicPr preferRelativeResize="0"/>
          <p:nvPr/>
        </p:nvPicPr>
        <p:blipFill rotWithShape="1">
          <a:blip r:embed="rId3">
            <a:alphaModFix/>
          </a:blip>
          <a:srcRect b="0" l="0" r="0" t="0"/>
          <a:stretch/>
        </p:blipFill>
        <p:spPr>
          <a:xfrm>
            <a:off x="0" y="0"/>
            <a:ext cx="18288000" cy="10287000"/>
          </a:xfrm>
          <a:prstGeom prst="rect">
            <a:avLst/>
          </a:prstGeom>
          <a:blipFill rotWithShape="1">
            <a:blip r:embed="rId4">
              <a:alphaModFix/>
            </a:blip>
            <a:tile algn="tl" flip="none" tx="0" sx="100000" ty="0" sy="100000"/>
          </a:blipFill>
          <a:ln>
            <a:noFill/>
          </a:ln>
        </p:spPr>
      </p:pic>
      <p:sp>
        <p:nvSpPr>
          <p:cNvPr id="253" name="Google Shape;253;p34"/>
          <p:cNvSpPr/>
          <p:nvPr/>
        </p:nvSpPr>
        <p:spPr>
          <a:xfrm flipH="1" rot="10800000">
            <a:off x="-16400" y="2476375"/>
            <a:ext cx="18328800" cy="7760400"/>
          </a:xfrm>
          <a:prstGeom prst="rect">
            <a:avLst/>
          </a:prstGeom>
          <a:solidFill>
            <a:srgbClr val="0C0C0C">
              <a:alpha val="6000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lt1"/>
              </a:solidFill>
              <a:latin typeface="Arial"/>
              <a:ea typeface="Arial"/>
              <a:cs typeface="Arial"/>
              <a:sym typeface="Arial"/>
            </a:endParaRPr>
          </a:p>
        </p:txBody>
      </p:sp>
      <p:sp>
        <p:nvSpPr>
          <p:cNvPr id="254" name="Google Shape;254;p34"/>
          <p:cNvSpPr txBox="1"/>
          <p:nvPr/>
        </p:nvSpPr>
        <p:spPr>
          <a:xfrm>
            <a:off x="396701" y="4334125"/>
            <a:ext cx="5212800" cy="3831758"/>
          </a:xfrm>
          <a:prstGeom prst="rect">
            <a:avLst/>
          </a:prstGeom>
          <a:noFill/>
          <a:ln>
            <a:noFill/>
          </a:ln>
        </p:spPr>
        <p:txBody>
          <a:bodyPr anchorCtr="0" anchor="t" bIns="68550" lIns="137125" spcFirstLastPara="1" rIns="137125" wrap="square" tIns="68550">
            <a:spAutoFit/>
          </a:bodyPr>
          <a:lstStyle/>
          <a:p>
            <a:pPr indent="-419100" lvl="0" marL="457200" marR="0" rtl="0" algn="l">
              <a:lnSpc>
                <a:spcPct val="100000"/>
              </a:lnSpc>
              <a:spcBef>
                <a:spcPts val="0"/>
              </a:spcBef>
              <a:spcAft>
                <a:spcPts val="0"/>
              </a:spcAft>
              <a:buClr>
                <a:schemeClr val="lt1"/>
              </a:buClr>
              <a:buSzPts val="3000"/>
              <a:buFont typeface="Georgia"/>
              <a:buAutoNum type="arabicPeriod"/>
            </a:pPr>
            <a:r>
              <a:rPr b="1" i="0" lang="en-US" sz="3000" u="none" cap="none" strike="noStrike">
                <a:solidFill>
                  <a:schemeClr val="lt1"/>
                </a:solidFill>
                <a:latin typeface="Georgia"/>
                <a:ea typeface="Georgia"/>
                <a:cs typeface="Georgia"/>
                <a:sym typeface="Georgia"/>
              </a:rPr>
              <a:t>Data Collection and Ingestion</a:t>
            </a:r>
            <a:br>
              <a:rPr b="1" i="0" lang="en-US" sz="3000" u="none" cap="none" strike="noStrike">
                <a:solidFill>
                  <a:schemeClr val="lt1"/>
                </a:solidFill>
                <a:latin typeface="Georgia"/>
                <a:ea typeface="Georgia"/>
                <a:cs typeface="Georgia"/>
                <a:sym typeface="Georgia"/>
              </a:rPr>
            </a:br>
            <a:endParaRPr b="1" i="0" sz="3000" u="none" cap="none" strike="noStrike">
              <a:solidFill>
                <a:schemeClr val="lt1"/>
              </a:solidFill>
              <a:latin typeface="Georgia"/>
              <a:ea typeface="Georgia"/>
              <a:cs typeface="Georgia"/>
              <a:sym typeface="Georgia"/>
            </a:endParaRPr>
          </a:p>
          <a:p>
            <a:pPr indent="0" lvl="0" marL="0" marR="0" rtl="0" algn="ctr">
              <a:lnSpc>
                <a:spcPct val="100000"/>
              </a:lnSpc>
              <a:spcBef>
                <a:spcPts val="0"/>
              </a:spcBef>
              <a:spcAft>
                <a:spcPts val="0"/>
              </a:spcAft>
              <a:buClr>
                <a:srgbClr val="000000"/>
              </a:buClr>
              <a:buSzPts val="3000"/>
              <a:buFont typeface="Arial"/>
              <a:buNone/>
            </a:pPr>
            <a:r>
              <a:rPr b="0" i="0" lang="en-US" sz="3000" u="none" cap="none" strike="noStrike">
                <a:solidFill>
                  <a:schemeClr val="lt1"/>
                </a:solidFill>
                <a:latin typeface="Georgia"/>
                <a:ea typeface="Georgia"/>
                <a:cs typeface="Georgia"/>
                <a:sym typeface="Georgia"/>
              </a:rPr>
              <a:t>Understand how to set up data ingestion activities on Azure data factory. Ingestion from on-prem databases or flat files</a:t>
            </a:r>
            <a:endParaRPr b="0" i="0" sz="2700" u="none" cap="none" strike="noStrike">
              <a:solidFill>
                <a:schemeClr val="dk1"/>
              </a:solidFill>
              <a:latin typeface="Georgia"/>
              <a:ea typeface="Georgia"/>
              <a:cs typeface="Georgia"/>
              <a:sym typeface="Georgia"/>
            </a:endParaRPr>
          </a:p>
        </p:txBody>
      </p:sp>
      <p:sp>
        <p:nvSpPr>
          <p:cNvPr id="255" name="Google Shape;255;p34"/>
          <p:cNvSpPr txBox="1"/>
          <p:nvPr/>
        </p:nvSpPr>
        <p:spPr>
          <a:xfrm>
            <a:off x="5937350" y="4334125"/>
            <a:ext cx="5952000" cy="3831758"/>
          </a:xfrm>
          <a:prstGeom prst="rect">
            <a:avLst/>
          </a:prstGeom>
          <a:noFill/>
          <a:ln>
            <a:noFill/>
          </a:ln>
        </p:spPr>
        <p:txBody>
          <a:bodyPr anchorCtr="0" anchor="t" bIns="68550" lIns="137125" spcFirstLastPara="1" rIns="137125" wrap="square" tIns="68550">
            <a:spAutoFit/>
          </a:bodyPr>
          <a:lstStyle/>
          <a:p>
            <a:pPr indent="0" lvl="0" marL="0" marR="0" rtl="0" algn="l">
              <a:lnSpc>
                <a:spcPct val="100000"/>
              </a:lnSpc>
              <a:spcBef>
                <a:spcPts val="0"/>
              </a:spcBef>
              <a:spcAft>
                <a:spcPts val="0"/>
              </a:spcAft>
              <a:buClr>
                <a:schemeClr val="dk1"/>
              </a:buClr>
              <a:buSzPts val="1100"/>
              <a:buFont typeface="Arial"/>
              <a:buNone/>
            </a:pPr>
            <a:r>
              <a:rPr b="1" i="0" lang="en-US" sz="3000" u="none" cap="none" strike="noStrike">
                <a:solidFill>
                  <a:schemeClr val="lt1"/>
                </a:solidFill>
                <a:latin typeface="Georgia"/>
                <a:ea typeface="Georgia"/>
                <a:cs typeface="Georgia"/>
                <a:sym typeface="Georgia"/>
              </a:rPr>
              <a:t>2. Data Cleaning and Transformation</a:t>
            </a:r>
            <a:endParaRPr b="1" i="0" sz="3000" u="none" cap="none" strike="noStrike">
              <a:solidFill>
                <a:schemeClr val="lt1"/>
              </a:solidFill>
              <a:latin typeface="Georgia"/>
              <a:ea typeface="Georgia"/>
              <a:cs typeface="Georgia"/>
              <a:sym typeface="Georgia"/>
            </a:endParaRPr>
          </a:p>
          <a:p>
            <a:pPr indent="0" lvl="0" marL="0" marR="0" rtl="0" algn="ctr">
              <a:lnSpc>
                <a:spcPct val="100000"/>
              </a:lnSpc>
              <a:spcBef>
                <a:spcPts val="0"/>
              </a:spcBef>
              <a:spcAft>
                <a:spcPts val="0"/>
              </a:spcAft>
              <a:buClr>
                <a:schemeClr val="dk1"/>
              </a:buClr>
              <a:buSzPts val="1100"/>
              <a:buFont typeface="Arial"/>
              <a:buNone/>
            </a:pPr>
            <a:r>
              <a:t/>
            </a:r>
            <a:endParaRPr b="0" i="0" sz="3000" u="none" cap="none" strike="noStrike">
              <a:solidFill>
                <a:schemeClr val="lt1"/>
              </a:solidFill>
              <a:latin typeface="Georgia"/>
              <a:ea typeface="Georgia"/>
              <a:cs typeface="Georgia"/>
              <a:sym typeface="Georgia"/>
            </a:endParaRPr>
          </a:p>
          <a:p>
            <a:pPr indent="0" lvl="0" marL="0" marR="0" rtl="0" algn="l">
              <a:lnSpc>
                <a:spcPct val="100000"/>
              </a:lnSpc>
              <a:spcBef>
                <a:spcPts val="0"/>
              </a:spcBef>
              <a:spcAft>
                <a:spcPts val="0"/>
              </a:spcAft>
              <a:buClr>
                <a:schemeClr val="dk1"/>
              </a:buClr>
              <a:buSzPts val="1100"/>
              <a:buFont typeface="Arial"/>
              <a:buNone/>
            </a:pPr>
            <a:r>
              <a:rPr b="0" i="0" lang="en-US" sz="3000" u="none" cap="none" strike="noStrike">
                <a:solidFill>
                  <a:schemeClr val="lt1"/>
                </a:solidFill>
                <a:latin typeface="Georgia"/>
                <a:ea typeface="Georgia"/>
                <a:cs typeface="Georgia"/>
                <a:sym typeface="Georgia"/>
              </a:rPr>
              <a:t>Learn techniques for cleaning and transforming data using Databricks or stored procedures</a:t>
            </a:r>
            <a:endParaRPr b="0" i="0" sz="3000" u="none" cap="none" strike="noStrike">
              <a:solidFill>
                <a:schemeClr val="lt1"/>
              </a:solidFill>
              <a:latin typeface="Georgia"/>
              <a:ea typeface="Georgia"/>
              <a:cs typeface="Georgia"/>
              <a:sym typeface="Georgia"/>
            </a:endParaRPr>
          </a:p>
          <a:p>
            <a:pPr indent="0" lvl="0" marL="0" marR="0" rtl="0" algn="ctr">
              <a:lnSpc>
                <a:spcPct val="100000"/>
              </a:lnSpc>
              <a:spcBef>
                <a:spcPts val="0"/>
              </a:spcBef>
              <a:spcAft>
                <a:spcPts val="0"/>
              </a:spcAft>
              <a:buClr>
                <a:schemeClr val="dk1"/>
              </a:buClr>
              <a:buSzPts val="1100"/>
              <a:buFont typeface="Arial"/>
              <a:buNone/>
            </a:pPr>
            <a:r>
              <a:t/>
            </a:r>
            <a:endParaRPr b="0" i="0" sz="3000" u="none" cap="none" strike="noStrike">
              <a:solidFill>
                <a:schemeClr val="lt1"/>
              </a:solidFill>
              <a:latin typeface="Georgia"/>
              <a:ea typeface="Georgia"/>
              <a:cs typeface="Georgia"/>
              <a:sym typeface="Georgia"/>
            </a:endParaRPr>
          </a:p>
          <a:p>
            <a:pPr indent="0" lvl="0" marL="0" marR="0" rtl="0" algn="ctr">
              <a:lnSpc>
                <a:spcPct val="100000"/>
              </a:lnSpc>
              <a:spcBef>
                <a:spcPts val="0"/>
              </a:spcBef>
              <a:spcAft>
                <a:spcPts val="0"/>
              </a:spcAft>
              <a:buClr>
                <a:srgbClr val="000000"/>
              </a:buClr>
              <a:buSzPts val="3000"/>
              <a:buFont typeface="Arial"/>
              <a:buNone/>
            </a:pPr>
            <a:r>
              <a:t/>
            </a:r>
            <a:endParaRPr b="0" i="0" sz="3000" u="none" cap="none" strike="noStrike">
              <a:solidFill>
                <a:schemeClr val="lt1"/>
              </a:solidFill>
              <a:latin typeface="Georgia"/>
              <a:ea typeface="Georgia"/>
              <a:cs typeface="Georgia"/>
              <a:sym typeface="Georgia"/>
            </a:endParaRPr>
          </a:p>
        </p:txBody>
      </p:sp>
      <p:sp>
        <p:nvSpPr>
          <p:cNvPr id="256" name="Google Shape;256;p34"/>
          <p:cNvSpPr txBox="1"/>
          <p:nvPr/>
        </p:nvSpPr>
        <p:spPr>
          <a:xfrm>
            <a:off x="12493222" y="4334125"/>
            <a:ext cx="5348700" cy="5678417"/>
          </a:xfrm>
          <a:prstGeom prst="rect">
            <a:avLst/>
          </a:prstGeom>
          <a:noFill/>
          <a:ln>
            <a:noFill/>
          </a:ln>
        </p:spPr>
        <p:txBody>
          <a:bodyPr anchorCtr="0" anchor="t" bIns="68550" lIns="137125" spcFirstLastPara="1" rIns="137125" wrap="square" tIns="68550">
            <a:spAutoFit/>
          </a:bodyPr>
          <a:lstStyle/>
          <a:p>
            <a:pPr indent="0" lvl="0" marL="0" marR="0" rtl="0" algn="l">
              <a:lnSpc>
                <a:spcPct val="100000"/>
              </a:lnSpc>
              <a:spcBef>
                <a:spcPts val="0"/>
              </a:spcBef>
              <a:spcAft>
                <a:spcPts val="0"/>
              </a:spcAft>
              <a:buClr>
                <a:schemeClr val="dk1"/>
              </a:buClr>
              <a:buSzPts val="1100"/>
              <a:buFont typeface="Arial"/>
              <a:buNone/>
            </a:pPr>
            <a:r>
              <a:rPr b="1" i="0" lang="en-US" sz="3000" u="none" cap="none" strike="noStrike">
                <a:solidFill>
                  <a:schemeClr val="lt1"/>
                </a:solidFill>
                <a:latin typeface="Georgia"/>
                <a:ea typeface="Georgia"/>
                <a:cs typeface="Georgia"/>
                <a:sym typeface="Georgia"/>
              </a:rPr>
              <a:t>3. Data Warehousing and Storage Optimization </a:t>
            </a:r>
            <a:endParaRPr b="1" i="0" sz="3000" u="none" cap="none" strike="noStrike">
              <a:solidFill>
                <a:schemeClr val="lt1"/>
              </a:solidFill>
              <a:latin typeface="Georgia"/>
              <a:ea typeface="Georgia"/>
              <a:cs typeface="Georgia"/>
              <a:sym typeface="Georgia"/>
            </a:endParaRPr>
          </a:p>
          <a:p>
            <a:pPr indent="0" lvl="0" marL="0" marR="0" rtl="0" algn="ctr">
              <a:lnSpc>
                <a:spcPct val="100000"/>
              </a:lnSpc>
              <a:spcBef>
                <a:spcPts val="0"/>
              </a:spcBef>
              <a:spcAft>
                <a:spcPts val="0"/>
              </a:spcAft>
              <a:buClr>
                <a:schemeClr val="dk1"/>
              </a:buClr>
              <a:buSzPts val="1100"/>
              <a:buFont typeface="Arial"/>
              <a:buNone/>
            </a:pPr>
            <a:r>
              <a:t/>
            </a:r>
            <a:endParaRPr b="0" i="0" sz="3000" u="none" cap="none" strike="noStrike">
              <a:solidFill>
                <a:schemeClr val="lt1"/>
              </a:solidFill>
              <a:latin typeface="Georgia"/>
              <a:ea typeface="Georgia"/>
              <a:cs typeface="Georgia"/>
              <a:sym typeface="Georgia"/>
            </a:endParaRPr>
          </a:p>
          <a:p>
            <a:pPr indent="0" lvl="0" marL="0" marR="0" rtl="0" algn="l">
              <a:lnSpc>
                <a:spcPct val="100000"/>
              </a:lnSpc>
              <a:spcBef>
                <a:spcPts val="0"/>
              </a:spcBef>
              <a:spcAft>
                <a:spcPts val="0"/>
              </a:spcAft>
              <a:buClr>
                <a:schemeClr val="dk1"/>
              </a:buClr>
              <a:buSzPts val="1100"/>
              <a:buFont typeface="Arial"/>
              <a:buNone/>
            </a:pPr>
            <a:r>
              <a:rPr b="0" i="0" lang="en-US" sz="3000" u="none" cap="none" strike="noStrike">
                <a:solidFill>
                  <a:schemeClr val="lt1"/>
                </a:solidFill>
                <a:latin typeface="Georgia"/>
                <a:ea typeface="Georgia"/>
                <a:cs typeface="Georgia"/>
                <a:sym typeface="Georgia"/>
              </a:rPr>
              <a:t>Gain insights into modeling and developing a scalable storage solution to organize data efficiently and ensure easy access for analysis using Azure SQL databases or Synapse analytics.</a:t>
            </a:r>
            <a:endParaRPr b="0" i="0" sz="3000" u="none" cap="none" strike="noStrike">
              <a:solidFill>
                <a:schemeClr val="lt1"/>
              </a:solidFill>
              <a:latin typeface="Georgia"/>
              <a:ea typeface="Georgia"/>
              <a:cs typeface="Georgia"/>
              <a:sym typeface="Georgia"/>
            </a:endParaRPr>
          </a:p>
          <a:p>
            <a:pPr indent="0" lvl="0" marL="0" marR="0" rtl="0" algn="l">
              <a:lnSpc>
                <a:spcPct val="100000"/>
              </a:lnSpc>
              <a:spcBef>
                <a:spcPts val="0"/>
              </a:spcBef>
              <a:spcAft>
                <a:spcPts val="0"/>
              </a:spcAft>
              <a:buClr>
                <a:schemeClr val="dk1"/>
              </a:buClr>
              <a:buSzPts val="1100"/>
              <a:buFont typeface="Arial"/>
              <a:buNone/>
            </a:pPr>
            <a:r>
              <a:t/>
            </a:r>
            <a:endParaRPr b="0" i="0" sz="3000" u="none" cap="none" strike="noStrike">
              <a:solidFill>
                <a:schemeClr val="lt1"/>
              </a:solidFill>
              <a:latin typeface="Georgia"/>
              <a:ea typeface="Georgia"/>
              <a:cs typeface="Georgia"/>
              <a:sym typeface="Georgia"/>
            </a:endParaRPr>
          </a:p>
          <a:p>
            <a:pPr indent="0" lvl="0" marL="0" marR="0" rtl="0" algn="ctr">
              <a:lnSpc>
                <a:spcPct val="100000"/>
              </a:lnSpc>
              <a:spcBef>
                <a:spcPts val="0"/>
              </a:spcBef>
              <a:spcAft>
                <a:spcPts val="0"/>
              </a:spcAft>
              <a:buClr>
                <a:srgbClr val="000000"/>
              </a:buClr>
              <a:buSzPts val="3000"/>
              <a:buFont typeface="Arial"/>
              <a:buNone/>
            </a:pPr>
            <a:r>
              <a:t/>
            </a:r>
            <a:endParaRPr b="0" i="0" sz="3000" u="none" cap="none" strike="noStrike">
              <a:solidFill>
                <a:schemeClr val="lt1"/>
              </a:solidFill>
              <a:latin typeface="Georgia"/>
              <a:ea typeface="Georgia"/>
              <a:cs typeface="Georgia"/>
              <a:sym typeface="Georgia"/>
            </a:endParaRPr>
          </a:p>
        </p:txBody>
      </p:sp>
      <p:pic>
        <p:nvPicPr>
          <p:cNvPr id="257" name="Google Shape;257;p34"/>
          <p:cNvPicPr preferRelativeResize="0"/>
          <p:nvPr/>
        </p:nvPicPr>
        <p:blipFill rotWithShape="1">
          <a:blip r:embed="rId5">
            <a:alphaModFix/>
          </a:blip>
          <a:srcRect b="0" l="0" r="0" t="0"/>
          <a:stretch/>
        </p:blipFill>
        <p:spPr>
          <a:xfrm>
            <a:off x="248787" y="181815"/>
            <a:ext cx="1781175" cy="523875"/>
          </a:xfrm>
          <a:prstGeom prst="rect">
            <a:avLst/>
          </a:prstGeom>
          <a:noFill/>
          <a:ln>
            <a:noFill/>
          </a:ln>
        </p:spPr>
      </p:pic>
      <p:grpSp>
        <p:nvGrpSpPr>
          <p:cNvPr id="258" name="Google Shape;258;p34"/>
          <p:cNvGrpSpPr/>
          <p:nvPr/>
        </p:nvGrpSpPr>
        <p:grpSpPr>
          <a:xfrm>
            <a:off x="0" y="1104817"/>
            <a:ext cx="7810046" cy="1094034"/>
            <a:chOff x="14016" y="1028700"/>
            <a:chExt cx="7810046" cy="1094034"/>
          </a:xfrm>
        </p:grpSpPr>
        <p:sp>
          <p:nvSpPr>
            <p:cNvPr id="259" name="Google Shape;259;p34"/>
            <p:cNvSpPr/>
            <p:nvPr/>
          </p:nvSpPr>
          <p:spPr>
            <a:xfrm>
              <a:off x="14016" y="1028700"/>
              <a:ext cx="6996398" cy="1094033"/>
            </a:xfrm>
            <a:custGeom>
              <a:rect b="b" l="l" r="r" t="t"/>
              <a:pathLst>
                <a:path extrusionOk="0" h="1905381" w="9328531">
                  <a:moveTo>
                    <a:pt x="0" y="0"/>
                  </a:moveTo>
                  <a:lnTo>
                    <a:pt x="1744853" y="0"/>
                  </a:lnTo>
                  <a:lnTo>
                    <a:pt x="7583678" y="0"/>
                  </a:lnTo>
                  <a:lnTo>
                    <a:pt x="9328531" y="0"/>
                  </a:lnTo>
                  <a:lnTo>
                    <a:pt x="8852154" y="1905381"/>
                  </a:lnTo>
                  <a:lnTo>
                    <a:pt x="7107301" y="1905381"/>
                  </a:lnTo>
                  <a:lnTo>
                    <a:pt x="1744853" y="1905381"/>
                  </a:lnTo>
                  <a:lnTo>
                    <a:pt x="0" y="1905381"/>
                  </a:lnTo>
                  <a:close/>
                </a:path>
              </a:pathLst>
            </a:custGeom>
            <a:solidFill>
              <a:srgbClr val="97480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DA6727"/>
                </a:solidFill>
                <a:highlight>
                  <a:srgbClr val="DA6727"/>
                </a:highlight>
                <a:latin typeface="Georgia"/>
                <a:ea typeface="Georgia"/>
                <a:cs typeface="Georgia"/>
                <a:sym typeface="Georgia"/>
              </a:endParaRPr>
            </a:p>
          </p:txBody>
        </p:sp>
        <p:sp>
          <p:nvSpPr>
            <p:cNvPr id="260" name="Google Shape;260;p34"/>
            <p:cNvSpPr/>
            <p:nvPr/>
          </p:nvSpPr>
          <p:spPr>
            <a:xfrm>
              <a:off x="6782472" y="1059456"/>
              <a:ext cx="608933" cy="1063278"/>
            </a:xfrm>
            <a:custGeom>
              <a:rect b="b" l="l" r="r" t="t"/>
              <a:pathLst>
                <a:path extrusionOk="0" h="1905381" w="811911">
                  <a:moveTo>
                    <a:pt x="476377" y="0"/>
                  </a:moveTo>
                  <a:lnTo>
                    <a:pt x="811911" y="0"/>
                  </a:lnTo>
                  <a:lnTo>
                    <a:pt x="335534" y="1905381"/>
                  </a:lnTo>
                  <a:lnTo>
                    <a:pt x="0" y="1905381"/>
                  </a:lnTo>
                  <a:lnTo>
                    <a:pt x="476377" y="0"/>
                  </a:lnTo>
                  <a:close/>
                </a:path>
              </a:pathLst>
            </a:custGeom>
            <a:solidFill>
              <a:srgbClr val="97480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DA6727"/>
                </a:solidFill>
                <a:highlight>
                  <a:srgbClr val="DA6727"/>
                </a:highlight>
                <a:latin typeface="Georgia"/>
                <a:ea typeface="Georgia"/>
                <a:cs typeface="Georgia"/>
                <a:sym typeface="Georgia"/>
              </a:endParaRPr>
            </a:p>
          </p:txBody>
        </p:sp>
        <p:sp>
          <p:nvSpPr>
            <p:cNvPr id="261" name="Google Shape;261;p34"/>
            <p:cNvSpPr/>
            <p:nvPr/>
          </p:nvSpPr>
          <p:spPr>
            <a:xfrm>
              <a:off x="7215129" y="1059456"/>
              <a:ext cx="608933" cy="1063278"/>
            </a:xfrm>
            <a:custGeom>
              <a:rect b="b" l="l" r="r" t="t"/>
              <a:pathLst>
                <a:path extrusionOk="0" h="1905381" w="811911">
                  <a:moveTo>
                    <a:pt x="476377" y="0"/>
                  </a:moveTo>
                  <a:lnTo>
                    <a:pt x="811911" y="0"/>
                  </a:lnTo>
                  <a:lnTo>
                    <a:pt x="335534" y="1905381"/>
                  </a:lnTo>
                  <a:lnTo>
                    <a:pt x="0" y="1905381"/>
                  </a:lnTo>
                  <a:lnTo>
                    <a:pt x="476377" y="0"/>
                  </a:lnTo>
                  <a:close/>
                </a:path>
              </a:pathLst>
            </a:custGeom>
            <a:solidFill>
              <a:srgbClr val="97480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DA6727"/>
                </a:solidFill>
                <a:highlight>
                  <a:srgbClr val="DA6727"/>
                </a:highlight>
                <a:latin typeface="Georgia"/>
                <a:ea typeface="Georgia"/>
                <a:cs typeface="Georgia"/>
                <a:sym typeface="Georgia"/>
              </a:endParaRPr>
            </a:p>
          </p:txBody>
        </p:sp>
      </p:grpSp>
      <p:sp>
        <p:nvSpPr>
          <p:cNvPr id="262" name="Google Shape;262;p34"/>
          <p:cNvSpPr txBox="1"/>
          <p:nvPr/>
        </p:nvSpPr>
        <p:spPr>
          <a:xfrm>
            <a:off x="7" y="1290954"/>
            <a:ext cx="6563700" cy="600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2800"/>
              <a:buFont typeface="Georgia"/>
              <a:buNone/>
            </a:pPr>
            <a:r>
              <a:rPr b="1" i="0" lang="en-US" sz="3300" u="none" cap="none" strike="noStrike">
                <a:solidFill>
                  <a:schemeClr val="lt1"/>
                </a:solidFill>
                <a:latin typeface="Georgia"/>
                <a:ea typeface="Georgia"/>
                <a:cs typeface="Georgia"/>
                <a:sym typeface="Georgia"/>
              </a:rPr>
              <a:t>Case Study Objectives</a:t>
            </a:r>
            <a:endParaRPr b="0" i="0" sz="19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pic>
        <p:nvPicPr>
          <p:cNvPr id="267" name="Google Shape;267;p6"/>
          <p:cNvPicPr preferRelativeResize="0"/>
          <p:nvPr/>
        </p:nvPicPr>
        <p:blipFill rotWithShape="1">
          <a:blip r:embed="rId3">
            <a:alphaModFix/>
          </a:blip>
          <a:srcRect b="0" l="0" r="0" t="0"/>
          <a:stretch/>
        </p:blipFill>
        <p:spPr>
          <a:xfrm>
            <a:off x="0" y="0"/>
            <a:ext cx="18288000" cy="10287000"/>
          </a:xfrm>
          <a:prstGeom prst="rect">
            <a:avLst/>
          </a:prstGeom>
          <a:blipFill rotWithShape="1">
            <a:blip r:embed="rId4">
              <a:alphaModFix/>
            </a:blip>
            <a:tile algn="tl" flip="none" tx="0" sx="100000" ty="0" sy="100000"/>
          </a:blipFill>
          <a:ln>
            <a:noFill/>
          </a:ln>
        </p:spPr>
      </p:pic>
      <p:sp>
        <p:nvSpPr>
          <p:cNvPr id="268" name="Google Shape;268;p6"/>
          <p:cNvSpPr/>
          <p:nvPr/>
        </p:nvSpPr>
        <p:spPr>
          <a:xfrm>
            <a:off x="-15240" y="2122732"/>
            <a:ext cx="18303240" cy="8164267"/>
          </a:xfrm>
          <a:prstGeom prst="rect">
            <a:avLst/>
          </a:prstGeom>
          <a:solidFill>
            <a:srgbClr val="0C0C0C">
              <a:alpha val="60000"/>
            </a:srgbClr>
          </a:solidFill>
          <a:ln>
            <a:noFill/>
          </a:ln>
        </p:spPr>
        <p:txBody>
          <a:bodyPr anchorCtr="0" anchor="ctr" bIns="68550" lIns="137125" spcFirstLastPara="1" rIns="137125" wrap="square" tIns="68550">
            <a:noAutofit/>
          </a:bodyPr>
          <a:lstStyle/>
          <a:p>
            <a:pPr indent="0" lvl="0" marL="0" marR="0" rtl="0" algn="ctr">
              <a:lnSpc>
                <a:spcPct val="100000"/>
              </a:lnSpc>
              <a:spcBef>
                <a:spcPts val="0"/>
              </a:spcBef>
              <a:spcAft>
                <a:spcPts val="0"/>
              </a:spcAft>
              <a:buClr>
                <a:srgbClr val="000000"/>
              </a:buClr>
              <a:buSzPts val="2700"/>
              <a:buFont typeface="Arial"/>
              <a:buNone/>
            </a:pPr>
            <a:r>
              <a:t/>
            </a:r>
            <a:endParaRPr b="0" i="0" sz="2700" u="none" cap="none" strike="noStrike">
              <a:solidFill>
                <a:schemeClr val="lt1"/>
              </a:solidFill>
              <a:latin typeface="Poppins"/>
              <a:ea typeface="Poppins"/>
              <a:cs typeface="Poppins"/>
              <a:sym typeface="Poppins"/>
            </a:endParaRPr>
          </a:p>
        </p:txBody>
      </p:sp>
      <p:pic>
        <p:nvPicPr>
          <p:cNvPr id="269" name="Google Shape;269;p6"/>
          <p:cNvPicPr preferRelativeResize="0"/>
          <p:nvPr/>
        </p:nvPicPr>
        <p:blipFill rotWithShape="1">
          <a:blip r:embed="rId5">
            <a:alphaModFix/>
          </a:blip>
          <a:srcRect b="0" l="0" r="0" t="0"/>
          <a:stretch/>
        </p:blipFill>
        <p:spPr>
          <a:xfrm>
            <a:off x="248787" y="181815"/>
            <a:ext cx="1781175" cy="523875"/>
          </a:xfrm>
          <a:prstGeom prst="rect">
            <a:avLst/>
          </a:prstGeom>
          <a:noFill/>
          <a:ln>
            <a:noFill/>
          </a:ln>
        </p:spPr>
      </p:pic>
      <p:sp>
        <p:nvSpPr>
          <p:cNvPr id="270" name="Google Shape;270;p6"/>
          <p:cNvSpPr/>
          <p:nvPr/>
        </p:nvSpPr>
        <p:spPr>
          <a:xfrm>
            <a:off x="14016" y="1028700"/>
            <a:ext cx="6996398" cy="1094033"/>
          </a:xfrm>
          <a:custGeom>
            <a:rect b="b" l="l" r="r" t="t"/>
            <a:pathLst>
              <a:path extrusionOk="0" h="1905381" w="9328531">
                <a:moveTo>
                  <a:pt x="0" y="0"/>
                </a:moveTo>
                <a:lnTo>
                  <a:pt x="1744853" y="0"/>
                </a:lnTo>
                <a:lnTo>
                  <a:pt x="7583678" y="0"/>
                </a:lnTo>
                <a:lnTo>
                  <a:pt x="9328531" y="0"/>
                </a:lnTo>
                <a:lnTo>
                  <a:pt x="8852154" y="1905381"/>
                </a:lnTo>
                <a:lnTo>
                  <a:pt x="7107301" y="1905381"/>
                </a:lnTo>
                <a:lnTo>
                  <a:pt x="1744853" y="1905381"/>
                </a:lnTo>
                <a:lnTo>
                  <a:pt x="0" y="1905381"/>
                </a:lnTo>
                <a:close/>
              </a:path>
            </a:pathLst>
          </a:custGeom>
          <a:solidFill>
            <a:srgbClr val="97480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DA6727"/>
              </a:solidFill>
              <a:highlight>
                <a:srgbClr val="DA6727"/>
              </a:highlight>
              <a:latin typeface="Georgia"/>
              <a:ea typeface="Georgia"/>
              <a:cs typeface="Georgia"/>
              <a:sym typeface="Georgia"/>
            </a:endParaRPr>
          </a:p>
        </p:txBody>
      </p:sp>
      <p:sp>
        <p:nvSpPr>
          <p:cNvPr id="271" name="Google Shape;271;p6"/>
          <p:cNvSpPr/>
          <p:nvPr/>
        </p:nvSpPr>
        <p:spPr>
          <a:xfrm>
            <a:off x="6782472" y="1059455"/>
            <a:ext cx="608933" cy="1094031"/>
          </a:xfrm>
          <a:custGeom>
            <a:rect b="b" l="l" r="r" t="t"/>
            <a:pathLst>
              <a:path extrusionOk="0" h="1905381" w="811911">
                <a:moveTo>
                  <a:pt x="476377" y="0"/>
                </a:moveTo>
                <a:lnTo>
                  <a:pt x="811911" y="0"/>
                </a:lnTo>
                <a:lnTo>
                  <a:pt x="335534" y="1905381"/>
                </a:lnTo>
                <a:lnTo>
                  <a:pt x="0" y="1905381"/>
                </a:lnTo>
                <a:lnTo>
                  <a:pt x="476377" y="0"/>
                </a:lnTo>
                <a:close/>
              </a:path>
            </a:pathLst>
          </a:custGeom>
          <a:solidFill>
            <a:srgbClr val="97480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DA6727"/>
              </a:solidFill>
              <a:highlight>
                <a:srgbClr val="DA6727"/>
              </a:highlight>
              <a:latin typeface="Georgia"/>
              <a:ea typeface="Georgia"/>
              <a:cs typeface="Georgia"/>
              <a:sym typeface="Georgia"/>
            </a:endParaRPr>
          </a:p>
        </p:txBody>
      </p:sp>
      <p:sp>
        <p:nvSpPr>
          <p:cNvPr id="272" name="Google Shape;272;p6"/>
          <p:cNvSpPr/>
          <p:nvPr/>
        </p:nvSpPr>
        <p:spPr>
          <a:xfrm>
            <a:off x="7215129" y="1059455"/>
            <a:ext cx="608933" cy="1094031"/>
          </a:xfrm>
          <a:custGeom>
            <a:rect b="b" l="l" r="r" t="t"/>
            <a:pathLst>
              <a:path extrusionOk="0" h="1905381" w="811911">
                <a:moveTo>
                  <a:pt x="476377" y="0"/>
                </a:moveTo>
                <a:lnTo>
                  <a:pt x="811911" y="0"/>
                </a:lnTo>
                <a:lnTo>
                  <a:pt x="335534" y="1905381"/>
                </a:lnTo>
                <a:lnTo>
                  <a:pt x="0" y="1905381"/>
                </a:lnTo>
                <a:lnTo>
                  <a:pt x="476377" y="0"/>
                </a:lnTo>
                <a:close/>
              </a:path>
            </a:pathLst>
          </a:custGeom>
          <a:solidFill>
            <a:srgbClr val="97480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DA6727"/>
              </a:solidFill>
              <a:highlight>
                <a:srgbClr val="DA6727"/>
              </a:highlight>
              <a:latin typeface="Georgia"/>
              <a:ea typeface="Georgia"/>
              <a:cs typeface="Georgia"/>
              <a:sym typeface="Georgia"/>
            </a:endParaRPr>
          </a:p>
        </p:txBody>
      </p:sp>
      <p:sp>
        <p:nvSpPr>
          <p:cNvPr id="273" name="Google Shape;273;p6"/>
          <p:cNvSpPr txBox="1"/>
          <p:nvPr/>
        </p:nvSpPr>
        <p:spPr>
          <a:xfrm>
            <a:off x="324674" y="1257300"/>
            <a:ext cx="6375082" cy="508601"/>
          </a:xfrm>
          <a:prstGeom prst="rect">
            <a:avLst/>
          </a:prstGeom>
          <a:noFill/>
          <a:ln>
            <a:noFill/>
          </a:ln>
        </p:spPr>
        <p:txBody>
          <a:bodyPr anchorCtr="0" anchor="t" bIns="0" lIns="0" spcFirstLastPara="1" rIns="0" wrap="square" tIns="0">
            <a:spAutoFit/>
          </a:bodyPr>
          <a:lstStyle/>
          <a:p>
            <a:pPr indent="0" lvl="0" marL="0" marR="0" rtl="0" algn="l">
              <a:lnSpc>
                <a:spcPct val="154285"/>
              </a:lnSpc>
              <a:spcBef>
                <a:spcPts val="0"/>
              </a:spcBef>
              <a:spcAft>
                <a:spcPts val="0"/>
              </a:spcAft>
              <a:buClr>
                <a:srgbClr val="000000"/>
              </a:buClr>
              <a:buSzPts val="2800"/>
              <a:buFont typeface="Arial"/>
              <a:buNone/>
            </a:pPr>
            <a:r>
              <a:rPr b="1" i="0" lang="en-US" sz="2800" u="none" cap="none" strike="noStrike">
                <a:solidFill>
                  <a:srgbClr val="FFFFFF"/>
                </a:solidFill>
                <a:latin typeface="Georgia"/>
                <a:ea typeface="Georgia"/>
                <a:cs typeface="Georgia"/>
                <a:sym typeface="Georgia"/>
              </a:rPr>
              <a:t>Data Description</a:t>
            </a:r>
            <a:endParaRPr b="0" i="0" sz="1400" u="none" cap="none" strike="noStrike">
              <a:solidFill>
                <a:srgbClr val="000000"/>
              </a:solidFill>
              <a:latin typeface="Arial"/>
              <a:ea typeface="Arial"/>
              <a:cs typeface="Arial"/>
              <a:sym typeface="Arial"/>
            </a:endParaRPr>
          </a:p>
        </p:txBody>
      </p:sp>
      <p:pic>
        <p:nvPicPr>
          <p:cNvPr id="274" name="Google Shape;274;p6"/>
          <p:cNvPicPr preferRelativeResize="0"/>
          <p:nvPr/>
        </p:nvPicPr>
        <p:blipFill rotWithShape="1">
          <a:blip r:embed="rId6">
            <a:alphaModFix/>
          </a:blip>
          <a:srcRect b="0" l="0" r="0" t="0"/>
          <a:stretch/>
        </p:blipFill>
        <p:spPr>
          <a:xfrm>
            <a:off x="11421238" y="2323684"/>
            <a:ext cx="4715634" cy="7762363"/>
          </a:xfrm>
          <a:prstGeom prst="rect">
            <a:avLst/>
          </a:prstGeom>
          <a:noFill/>
          <a:ln cap="sq" cmpd="thickThin" w="88900">
            <a:solidFill>
              <a:srgbClr val="000000"/>
            </a:solidFill>
            <a:prstDash val="solid"/>
            <a:miter lim="800000"/>
            <a:headEnd len="sm" w="sm" type="none"/>
            <a:tailEnd len="sm" w="sm" type="none"/>
          </a:ln>
        </p:spPr>
      </p:pic>
      <p:sp>
        <p:nvSpPr>
          <p:cNvPr id="275" name="Google Shape;275;p6"/>
          <p:cNvSpPr/>
          <p:nvPr/>
        </p:nvSpPr>
        <p:spPr>
          <a:xfrm>
            <a:off x="492185" y="2828497"/>
            <a:ext cx="10335000" cy="7458600"/>
          </a:xfrm>
          <a:prstGeom prst="rect">
            <a:avLst/>
          </a:prstGeom>
          <a:solidFill>
            <a:srgbClr val="0C0C0C">
              <a:alpha val="60000"/>
            </a:srgbClr>
          </a:solidFill>
          <a:ln>
            <a:noFill/>
          </a:ln>
        </p:spPr>
        <p:txBody>
          <a:bodyPr anchorCtr="0" anchor="ctr" bIns="68550" lIns="137125" spcFirstLastPara="1" rIns="137125" wrap="square" tIns="68550">
            <a:noAutofit/>
          </a:bodyPr>
          <a:lstStyle/>
          <a:p>
            <a:pPr indent="0" lvl="0" marL="0" marR="0" rtl="0" algn="l">
              <a:lnSpc>
                <a:spcPct val="115000"/>
              </a:lnSpc>
              <a:spcBef>
                <a:spcPts val="1200"/>
              </a:spcBef>
              <a:spcAft>
                <a:spcPts val="0"/>
              </a:spcAft>
              <a:buClr>
                <a:schemeClr val="dk1"/>
              </a:buClr>
              <a:buSzPts val="1100"/>
              <a:buFont typeface="Arial"/>
              <a:buNone/>
            </a:pPr>
            <a:r>
              <a:rPr b="0" i="0" lang="en-US" sz="2500" u="none" cap="none" strike="noStrike">
                <a:solidFill>
                  <a:schemeClr val="lt1"/>
                </a:solidFill>
                <a:latin typeface="Poppins"/>
                <a:ea typeface="Poppins"/>
                <a:cs typeface="Poppins"/>
                <a:sym typeface="Poppins"/>
              </a:rPr>
              <a:t>This hospital data is a set of 6 csv files, from 4 departments. The departments and their files are: (</a:t>
            </a:r>
            <a:r>
              <a:rPr lang="en-US" sz="2500">
                <a:solidFill>
                  <a:schemeClr val="lt1"/>
                </a:solidFill>
                <a:latin typeface="Poppins"/>
                <a:ea typeface="Poppins"/>
                <a:cs typeface="Poppins"/>
                <a:sym typeface="Poppins"/>
              </a:rPr>
              <a:t>Access </a:t>
            </a:r>
            <a:r>
              <a:rPr b="0" i="0" lang="en-US" sz="2500" u="none" cap="none" strike="noStrike">
                <a:solidFill>
                  <a:schemeClr val="lt1"/>
                </a:solidFill>
                <a:latin typeface="Poppins"/>
                <a:ea typeface="Poppins"/>
                <a:cs typeface="Poppins"/>
                <a:sym typeface="Poppins"/>
              </a:rPr>
              <a:t> files </a:t>
            </a:r>
            <a:r>
              <a:rPr b="0" i="0" lang="en-US" sz="2500" u="sng" cap="none" strike="noStrike">
                <a:solidFill>
                  <a:schemeClr val="hlink"/>
                </a:solidFill>
                <a:latin typeface="Poppins"/>
                <a:ea typeface="Poppins"/>
                <a:cs typeface="Poppins"/>
                <a:sym typeface="Poppins"/>
                <a:hlinkClick r:id="rId7"/>
              </a:rPr>
              <a:t>here</a:t>
            </a:r>
            <a:r>
              <a:rPr lang="en-US" sz="2500">
                <a:solidFill>
                  <a:schemeClr val="lt1"/>
                </a:solidFill>
                <a:latin typeface="Poppins"/>
                <a:ea typeface="Poppins"/>
                <a:cs typeface="Poppins"/>
                <a:sym typeface="Poppins"/>
              </a:rPr>
              <a:t>) </a:t>
            </a:r>
            <a:endParaRPr b="0" i="0" sz="2500" u="none" cap="none" strike="noStrike">
              <a:solidFill>
                <a:schemeClr val="lt1"/>
              </a:solidFill>
              <a:latin typeface="Poppins"/>
              <a:ea typeface="Poppins"/>
              <a:cs typeface="Poppins"/>
              <a:sym typeface="Poppins"/>
            </a:endParaRPr>
          </a:p>
          <a:p>
            <a:pPr indent="-387350" lvl="0" marL="457200" marR="0" rtl="0" algn="l">
              <a:lnSpc>
                <a:spcPct val="150000"/>
              </a:lnSpc>
              <a:spcBef>
                <a:spcPts val="0"/>
              </a:spcBef>
              <a:spcAft>
                <a:spcPts val="0"/>
              </a:spcAft>
              <a:buClr>
                <a:schemeClr val="lt1"/>
              </a:buClr>
              <a:buSzPts val="2500"/>
              <a:buFont typeface="Poppins"/>
              <a:buChar char="●"/>
            </a:pPr>
            <a:r>
              <a:rPr b="0" i="0" lang="en-US" sz="2500" u="none" cap="none" strike="noStrike">
                <a:solidFill>
                  <a:schemeClr val="lt1"/>
                </a:solidFill>
                <a:latin typeface="Poppins"/>
                <a:ea typeface="Poppins"/>
                <a:cs typeface="Poppins"/>
                <a:sym typeface="Poppins"/>
              </a:rPr>
              <a:t>Registration Department – Patients.csv</a:t>
            </a:r>
            <a:endParaRPr/>
          </a:p>
          <a:p>
            <a:pPr indent="-387350" lvl="0" marL="457200" marR="0" rtl="0" algn="l">
              <a:lnSpc>
                <a:spcPct val="150000"/>
              </a:lnSpc>
              <a:spcBef>
                <a:spcPts val="0"/>
              </a:spcBef>
              <a:spcAft>
                <a:spcPts val="0"/>
              </a:spcAft>
              <a:buClr>
                <a:schemeClr val="lt1"/>
              </a:buClr>
              <a:buSzPts val="2500"/>
              <a:buFont typeface="Poppins"/>
              <a:buChar char="●"/>
            </a:pPr>
            <a:r>
              <a:rPr b="0" i="0" lang="en-US" sz="2500" u="none" cap="none" strike="noStrike">
                <a:solidFill>
                  <a:schemeClr val="lt1"/>
                </a:solidFill>
                <a:latin typeface="Poppins"/>
                <a:ea typeface="Poppins"/>
                <a:cs typeface="Poppins"/>
                <a:sym typeface="Poppins"/>
              </a:rPr>
              <a:t>Consultation and Medical Department – medical_records.csv</a:t>
            </a:r>
            <a:endParaRPr/>
          </a:p>
          <a:p>
            <a:pPr indent="-387350" lvl="0" marL="457200" marR="0" rtl="0" algn="l">
              <a:lnSpc>
                <a:spcPct val="150000"/>
              </a:lnSpc>
              <a:spcBef>
                <a:spcPts val="0"/>
              </a:spcBef>
              <a:spcAft>
                <a:spcPts val="0"/>
              </a:spcAft>
              <a:buClr>
                <a:schemeClr val="lt1"/>
              </a:buClr>
              <a:buSzPts val="2500"/>
              <a:buFont typeface="Poppins"/>
              <a:buChar char="●"/>
            </a:pPr>
            <a:r>
              <a:rPr b="0" i="0" lang="en-US" sz="2500" u="none" cap="none" strike="noStrike">
                <a:solidFill>
                  <a:schemeClr val="lt1"/>
                </a:solidFill>
                <a:latin typeface="Poppins"/>
                <a:ea typeface="Poppins"/>
                <a:cs typeface="Poppins"/>
                <a:sym typeface="Poppins"/>
              </a:rPr>
              <a:t>Lab and Scan department – imaging_results_data.csv and lab_results_data.csv</a:t>
            </a:r>
            <a:endParaRPr/>
          </a:p>
          <a:p>
            <a:pPr indent="-387350" lvl="0" marL="457200" marR="0" rtl="0" algn="l">
              <a:lnSpc>
                <a:spcPct val="150000"/>
              </a:lnSpc>
              <a:spcBef>
                <a:spcPts val="0"/>
              </a:spcBef>
              <a:spcAft>
                <a:spcPts val="0"/>
              </a:spcAft>
              <a:buClr>
                <a:schemeClr val="lt1"/>
              </a:buClr>
              <a:buSzPts val="2500"/>
              <a:buFont typeface="Poppins"/>
              <a:buChar char="●"/>
            </a:pPr>
            <a:r>
              <a:rPr b="0" i="0" lang="en-US" sz="2500" u="none" cap="none" strike="noStrike">
                <a:solidFill>
                  <a:schemeClr val="lt1"/>
                </a:solidFill>
                <a:latin typeface="Poppins"/>
                <a:ea typeface="Poppins"/>
                <a:cs typeface="Poppins"/>
                <a:sym typeface="Poppins"/>
              </a:rPr>
              <a:t>R&amp;D department – trials_data.csv and participants_data.csv</a:t>
            </a:r>
            <a:endParaRPr b="0" i="0" sz="2500" u="none" cap="none" strike="noStrike">
              <a:solidFill>
                <a:schemeClr val="lt1"/>
              </a:solidFill>
              <a:latin typeface="Poppins"/>
              <a:ea typeface="Poppins"/>
              <a:cs typeface="Poppins"/>
              <a:sym typeface="Poppins"/>
            </a:endParaRPr>
          </a:p>
          <a:p>
            <a:pPr indent="0" lvl="0" marL="0" marR="0" rtl="0" algn="just">
              <a:lnSpc>
                <a:spcPct val="115000"/>
              </a:lnSpc>
              <a:spcBef>
                <a:spcPts val="1200"/>
              </a:spcBef>
              <a:spcAft>
                <a:spcPts val="1200"/>
              </a:spcAft>
              <a:buClr>
                <a:schemeClr val="dk1"/>
              </a:buClr>
              <a:buSzPts val="1100"/>
              <a:buFont typeface="Arial"/>
              <a:buNone/>
            </a:pPr>
            <a:r>
              <a:t/>
            </a:r>
            <a:endParaRPr b="0" i="0" sz="2500" u="none" cap="none" strike="noStrike">
              <a:solidFill>
                <a:schemeClr val="lt1"/>
              </a:solidFill>
              <a:latin typeface="Poppins"/>
              <a:ea typeface="Poppins"/>
              <a:cs typeface="Poppins"/>
              <a:sym typeface="Poppin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pic>
        <p:nvPicPr>
          <p:cNvPr id="280" name="Google Shape;280;p7"/>
          <p:cNvPicPr preferRelativeResize="0"/>
          <p:nvPr/>
        </p:nvPicPr>
        <p:blipFill rotWithShape="1">
          <a:blip r:embed="rId3">
            <a:alphaModFix/>
          </a:blip>
          <a:srcRect b="0" l="0" r="0" t="0"/>
          <a:stretch/>
        </p:blipFill>
        <p:spPr>
          <a:xfrm>
            <a:off x="0" y="0"/>
            <a:ext cx="18288000" cy="10287000"/>
          </a:xfrm>
          <a:prstGeom prst="rect">
            <a:avLst/>
          </a:prstGeom>
          <a:noFill/>
          <a:ln>
            <a:noFill/>
          </a:ln>
        </p:spPr>
      </p:pic>
      <p:grpSp>
        <p:nvGrpSpPr>
          <p:cNvPr id="281" name="Google Shape;281;p7"/>
          <p:cNvGrpSpPr/>
          <p:nvPr/>
        </p:nvGrpSpPr>
        <p:grpSpPr>
          <a:xfrm>
            <a:off x="0" y="1104817"/>
            <a:ext cx="7810046" cy="1124786"/>
            <a:chOff x="14016" y="1028700"/>
            <a:chExt cx="7810046" cy="1124786"/>
          </a:xfrm>
        </p:grpSpPr>
        <p:sp>
          <p:nvSpPr>
            <p:cNvPr id="282" name="Google Shape;282;p7"/>
            <p:cNvSpPr/>
            <p:nvPr/>
          </p:nvSpPr>
          <p:spPr>
            <a:xfrm>
              <a:off x="14016" y="1028700"/>
              <a:ext cx="6996398" cy="1094033"/>
            </a:xfrm>
            <a:custGeom>
              <a:rect b="b" l="l" r="r" t="t"/>
              <a:pathLst>
                <a:path extrusionOk="0" h="1905381" w="9328531">
                  <a:moveTo>
                    <a:pt x="0" y="0"/>
                  </a:moveTo>
                  <a:lnTo>
                    <a:pt x="1744853" y="0"/>
                  </a:lnTo>
                  <a:lnTo>
                    <a:pt x="7583678" y="0"/>
                  </a:lnTo>
                  <a:lnTo>
                    <a:pt x="9328531" y="0"/>
                  </a:lnTo>
                  <a:lnTo>
                    <a:pt x="8852154" y="1905381"/>
                  </a:lnTo>
                  <a:lnTo>
                    <a:pt x="7107301" y="1905381"/>
                  </a:lnTo>
                  <a:lnTo>
                    <a:pt x="1744853" y="1905381"/>
                  </a:lnTo>
                  <a:lnTo>
                    <a:pt x="0" y="1905381"/>
                  </a:lnTo>
                  <a:close/>
                </a:path>
              </a:pathLst>
            </a:custGeom>
            <a:solidFill>
              <a:srgbClr val="97480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DA6727"/>
                </a:solidFill>
                <a:highlight>
                  <a:srgbClr val="DA6727"/>
                </a:highlight>
                <a:latin typeface="Georgia"/>
                <a:ea typeface="Georgia"/>
                <a:cs typeface="Georgia"/>
                <a:sym typeface="Georgia"/>
              </a:endParaRPr>
            </a:p>
          </p:txBody>
        </p:sp>
        <p:sp>
          <p:nvSpPr>
            <p:cNvPr id="283" name="Google Shape;283;p7"/>
            <p:cNvSpPr/>
            <p:nvPr/>
          </p:nvSpPr>
          <p:spPr>
            <a:xfrm>
              <a:off x="6782472" y="1059455"/>
              <a:ext cx="608933" cy="1094031"/>
            </a:xfrm>
            <a:custGeom>
              <a:rect b="b" l="l" r="r" t="t"/>
              <a:pathLst>
                <a:path extrusionOk="0" h="1905381" w="811911">
                  <a:moveTo>
                    <a:pt x="476377" y="0"/>
                  </a:moveTo>
                  <a:lnTo>
                    <a:pt x="811911" y="0"/>
                  </a:lnTo>
                  <a:lnTo>
                    <a:pt x="335534" y="1905381"/>
                  </a:lnTo>
                  <a:lnTo>
                    <a:pt x="0" y="1905381"/>
                  </a:lnTo>
                  <a:lnTo>
                    <a:pt x="476377" y="0"/>
                  </a:lnTo>
                  <a:close/>
                </a:path>
              </a:pathLst>
            </a:custGeom>
            <a:solidFill>
              <a:srgbClr val="97480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DA6727"/>
                </a:solidFill>
                <a:highlight>
                  <a:srgbClr val="DA6727"/>
                </a:highlight>
                <a:latin typeface="Georgia"/>
                <a:ea typeface="Georgia"/>
                <a:cs typeface="Georgia"/>
                <a:sym typeface="Georgia"/>
              </a:endParaRPr>
            </a:p>
          </p:txBody>
        </p:sp>
        <p:sp>
          <p:nvSpPr>
            <p:cNvPr id="284" name="Google Shape;284;p7"/>
            <p:cNvSpPr/>
            <p:nvPr/>
          </p:nvSpPr>
          <p:spPr>
            <a:xfrm>
              <a:off x="7215129" y="1059455"/>
              <a:ext cx="608933" cy="1094031"/>
            </a:xfrm>
            <a:custGeom>
              <a:rect b="b" l="l" r="r" t="t"/>
              <a:pathLst>
                <a:path extrusionOk="0" h="1905381" w="811911">
                  <a:moveTo>
                    <a:pt x="476377" y="0"/>
                  </a:moveTo>
                  <a:lnTo>
                    <a:pt x="811911" y="0"/>
                  </a:lnTo>
                  <a:lnTo>
                    <a:pt x="335534" y="1905381"/>
                  </a:lnTo>
                  <a:lnTo>
                    <a:pt x="0" y="1905381"/>
                  </a:lnTo>
                  <a:lnTo>
                    <a:pt x="476377" y="0"/>
                  </a:lnTo>
                  <a:close/>
                </a:path>
              </a:pathLst>
            </a:custGeom>
            <a:solidFill>
              <a:srgbClr val="97480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DA6727"/>
                </a:solidFill>
                <a:highlight>
                  <a:srgbClr val="DA6727"/>
                </a:highlight>
                <a:latin typeface="Georgia"/>
                <a:ea typeface="Georgia"/>
                <a:cs typeface="Georgia"/>
                <a:sym typeface="Georgia"/>
              </a:endParaRPr>
            </a:p>
          </p:txBody>
        </p:sp>
      </p:grpSp>
      <p:sp>
        <p:nvSpPr>
          <p:cNvPr id="285" name="Google Shape;285;p7"/>
          <p:cNvSpPr txBox="1"/>
          <p:nvPr/>
        </p:nvSpPr>
        <p:spPr>
          <a:xfrm>
            <a:off x="310658" y="1333500"/>
            <a:ext cx="6375082" cy="430887"/>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chemeClr val="lt1"/>
                </a:solidFill>
                <a:latin typeface="Georgia"/>
                <a:ea typeface="Georgia"/>
                <a:cs typeface="Georgia"/>
                <a:sym typeface="Georgia"/>
              </a:rPr>
              <a:t>Tech Stack </a:t>
            </a:r>
            <a:endParaRPr b="1" i="0" sz="1600" u="none" cap="none" strike="noStrike">
              <a:solidFill>
                <a:schemeClr val="lt1"/>
              </a:solidFill>
              <a:latin typeface="Georgia"/>
              <a:ea typeface="Georgia"/>
              <a:cs typeface="Georgia"/>
              <a:sym typeface="Georgia"/>
            </a:endParaRPr>
          </a:p>
        </p:txBody>
      </p:sp>
      <p:pic>
        <p:nvPicPr>
          <p:cNvPr id="286" name="Google Shape;286;p7"/>
          <p:cNvPicPr preferRelativeResize="0"/>
          <p:nvPr/>
        </p:nvPicPr>
        <p:blipFill rotWithShape="1">
          <a:blip r:embed="rId4">
            <a:alphaModFix/>
          </a:blip>
          <a:srcRect b="0" l="0" r="0" t="0"/>
          <a:stretch/>
        </p:blipFill>
        <p:spPr>
          <a:xfrm>
            <a:off x="248787" y="181815"/>
            <a:ext cx="1781175" cy="523875"/>
          </a:xfrm>
          <a:prstGeom prst="rect">
            <a:avLst/>
          </a:prstGeom>
          <a:noFill/>
          <a:ln>
            <a:noFill/>
          </a:ln>
        </p:spPr>
      </p:pic>
      <p:sp>
        <p:nvSpPr>
          <p:cNvPr id="287" name="Google Shape;287;p7"/>
          <p:cNvSpPr/>
          <p:nvPr/>
        </p:nvSpPr>
        <p:spPr>
          <a:xfrm>
            <a:off x="595371" y="3710894"/>
            <a:ext cx="3213188" cy="3285378"/>
          </a:xfrm>
          <a:prstGeom prst="ellipse">
            <a:avLst/>
          </a:prstGeom>
          <a:solidFill>
            <a:srgbClr val="0C0C0C"/>
          </a:solidFill>
          <a:ln cap="flat" cmpd="sng" w="190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Calibri"/>
              <a:buNone/>
            </a:pPr>
            <a:r>
              <a:t/>
            </a:r>
            <a:endParaRPr b="0" i="0" sz="2800" u="none" cap="none" strike="noStrike">
              <a:solidFill>
                <a:schemeClr val="lt1"/>
              </a:solidFill>
              <a:latin typeface="Georgia"/>
              <a:ea typeface="Georgia"/>
              <a:cs typeface="Georgia"/>
              <a:sym typeface="Georgia"/>
            </a:endParaRPr>
          </a:p>
        </p:txBody>
      </p:sp>
      <p:sp>
        <p:nvSpPr>
          <p:cNvPr id="288" name="Google Shape;288;p7"/>
          <p:cNvSpPr/>
          <p:nvPr/>
        </p:nvSpPr>
        <p:spPr>
          <a:xfrm>
            <a:off x="5373002" y="3763122"/>
            <a:ext cx="3213188" cy="3285378"/>
          </a:xfrm>
          <a:prstGeom prst="ellipse">
            <a:avLst/>
          </a:prstGeom>
          <a:solidFill>
            <a:srgbClr val="0C0C0C"/>
          </a:solidFill>
          <a:ln cap="flat" cmpd="sng" w="190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Calibri"/>
              <a:buNone/>
            </a:pPr>
            <a:r>
              <a:t/>
            </a:r>
            <a:endParaRPr b="0" i="0" sz="2800" u="none" cap="none" strike="noStrike">
              <a:solidFill>
                <a:schemeClr val="lt1"/>
              </a:solidFill>
              <a:latin typeface="Georgia"/>
              <a:ea typeface="Georgia"/>
              <a:cs typeface="Georgia"/>
              <a:sym typeface="Georgia"/>
            </a:endParaRPr>
          </a:p>
        </p:txBody>
      </p:sp>
      <p:sp>
        <p:nvSpPr>
          <p:cNvPr id="289" name="Google Shape;289;p7"/>
          <p:cNvSpPr/>
          <p:nvPr/>
        </p:nvSpPr>
        <p:spPr>
          <a:xfrm>
            <a:off x="9825378" y="3763122"/>
            <a:ext cx="3213188" cy="3285378"/>
          </a:xfrm>
          <a:prstGeom prst="ellipse">
            <a:avLst/>
          </a:prstGeom>
          <a:solidFill>
            <a:srgbClr val="0C0C0C"/>
          </a:solidFill>
          <a:ln cap="flat" cmpd="sng" w="190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Calibri"/>
              <a:buNone/>
            </a:pPr>
            <a:r>
              <a:t/>
            </a:r>
            <a:endParaRPr b="0" i="0" sz="2800" u="none" cap="none" strike="noStrike">
              <a:solidFill>
                <a:schemeClr val="lt1"/>
              </a:solidFill>
              <a:latin typeface="Georgia"/>
              <a:ea typeface="Georgia"/>
              <a:cs typeface="Georgia"/>
              <a:sym typeface="Georgia"/>
            </a:endParaRPr>
          </a:p>
        </p:txBody>
      </p:sp>
      <p:sp>
        <p:nvSpPr>
          <p:cNvPr id="290" name="Google Shape;290;p7"/>
          <p:cNvSpPr/>
          <p:nvPr/>
        </p:nvSpPr>
        <p:spPr>
          <a:xfrm>
            <a:off x="14581668" y="3710894"/>
            <a:ext cx="3213188" cy="3285378"/>
          </a:xfrm>
          <a:prstGeom prst="ellipse">
            <a:avLst/>
          </a:prstGeom>
          <a:solidFill>
            <a:srgbClr val="0C0C0C"/>
          </a:solidFill>
          <a:ln cap="flat" cmpd="sng" w="190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Calibri"/>
              <a:buNone/>
            </a:pPr>
            <a:r>
              <a:t/>
            </a:r>
            <a:endParaRPr b="0" i="0" sz="2800" u="none" cap="none" strike="noStrike">
              <a:solidFill>
                <a:schemeClr val="lt1"/>
              </a:solidFill>
              <a:latin typeface="Georgia"/>
              <a:ea typeface="Georgia"/>
              <a:cs typeface="Georgia"/>
              <a:sym typeface="Georgia"/>
            </a:endParaRPr>
          </a:p>
        </p:txBody>
      </p:sp>
      <p:pic>
        <p:nvPicPr>
          <p:cNvPr descr="2.1) Azure Data Factory. This is part of a series of articles… | by Caio  Gasparine | Medium" id="291" name="Google Shape;291;p7"/>
          <p:cNvPicPr preferRelativeResize="0"/>
          <p:nvPr/>
        </p:nvPicPr>
        <p:blipFill rotWithShape="1">
          <a:blip r:embed="rId5">
            <a:alphaModFix/>
          </a:blip>
          <a:srcRect b="0" l="0" r="0" t="0"/>
          <a:stretch/>
        </p:blipFill>
        <p:spPr>
          <a:xfrm>
            <a:off x="832043" y="4639788"/>
            <a:ext cx="2773894" cy="1450960"/>
          </a:xfrm>
          <a:prstGeom prst="rect">
            <a:avLst/>
          </a:prstGeom>
          <a:noFill/>
          <a:ln>
            <a:noFill/>
          </a:ln>
        </p:spPr>
      </p:pic>
      <p:pic>
        <p:nvPicPr>
          <p:cNvPr descr="A logo of a computer software company&#10;&#10;Description automatically generated with medium confidence" id="292" name="Google Shape;292;p7"/>
          <p:cNvPicPr preferRelativeResize="0"/>
          <p:nvPr/>
        </p:nvPicPr>
        <p:blipFill rotWithShape="1">
          <a:blip r:embed="rId6">
            <a:alphaModFix/>
          </a:blip>
          <a:srcRect b="0" l="0" r="0" t="0"/>
          <a:stretch/>
        </p:blipFill>
        <p:spPr>
          <a:xfrm>
            <a:off x="10531906" y="4397623"/>
            <a:ext cx="1835488" cy="1828401"/>
          </a:xfrm>
          <a:prstGeom prst="rect">
            <a:avLst/>
          </a:prstGeom>
          <a:noFill/>
          <a:ln>
            <a:noFill/>
          </a:ln>
        </p:spPr>
      </p:pic>
      <p:grpSp>
        <p:nvGrpSpPr>
          <p:cNvPr id="293" name="Google Shape;293;p7"/>
          <p:cNvGrpSpPr/>
          <p:nvPr/>
        </p:nvGrpSpPr>
        <p:grpSpPr>
          <a:xfrm>
            <a:off x="6130380" y="4512695"/>
            <a:ext cx="1801588" cy="1598255"/>
            <a:chOff x="13343861" y="8054716"/>
            <a:chExt cx="1801588" cy="1598255"/>
          </a:xfrm>
        </p:grpSpPr>
        <p:pic>
          <p:nvPicPr>
            <p:cNvPr descr="A blue and grey cylinder with green inside&#10;&#10;Description automatically generated" id="294" name="Google Shape;294;p7"/>
            <p:cNvPicPr preferRelativeResize="0"/>
            <p:nvPr/>
          </p:nvPicPr>
          <p:blipFill rotWithShape="1">
            <a:blip r:embed="rId7">
              <a:alphaModFix/>
            </a:blip>
            <a:srcRect b="0" l="0" r="0" t="0"/>
            <a:stretch/>
          </p:blipFill>
          <p:spPr>
            <a:xfrm>
              <a:off x="13343861" y="8054716"/>
              <a:ext cx="1801588" cy="1025980"/>
            </a:xfrm>
            <a:prstGeom prst="rect">
              <a:avLst/>
            </a:prstGeom>
            <a:noFill/>
            <a:ln>
              <a:noFill/>
            </a:ln>
          </p:spPr>
        </p:pic>
        <p:sp>
          <p:nvSpPr>
            <p:cNvPr id="295" name="Google Shape;295;p7"/>
            <p:cNvSpPr txBox="1"/>
            <p:nvPr/>
          </p:nvSpPr>
          <p:spPr>
            <a:xfrm>
              <a:off x="13364411" y="9129751"/>
              <a:ext cx="1677062" cy="5232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US" sz="1400" u="none" cap="none" strike="noStrike">
                  <a:solidFill>
                    <a:srgbClr val="3071C3"/>
                  </a:solidFill>
                  <a:latin typeface="Arial"/>
                  <a:ea typeface="Arial"/>
                  <a:cs typeface="Arial"/>
                  <a:sym typeface="Arial"/>
                </a:rPr>
                <a:t>Azure Data</a:t>
              </a:r>
              <a:r>
                <a:rPr b="1" lang="en-US">
                  <a:solidFill>
                    <a:srgbClr val="3071C3"/>
                  </a:solidFill>
                </a:rPr>
                <a:t> </a:t>
              </a:r>
              <a:r>
                <a:rPr b="1" i="0" lang="en-US" sz="1400" u="none" cap="none" strike="noStrike">
                  <a:solidFill>
                    <a:srgbClr val="3071C3"/>
                  </a:solidFill>
                  <a:latin typeface="Arial"/>
                  <a:ea typeface="Arial"/>
                  <a:cs typeface="Arial"/>
                  <a:sym typeface="Arial"/>
                </a:rPr>
                <a:t>Lake </a:t>
              </a:r>
              <a:endParaRPr/>
            </a:p>
            <a:p>
              <a:pPr indent="0" lvl="0" marL="0" marR="0" rtl="0" algn="ctr">
                <a:lnSpc>
                  <a:spcPct val="100000"/>
                </a:lnSpc>
                <a:spcBef>
                  <a:spcPts val="0"/>
                </a:spcBef>
                <a:spcAft>
                  <a:spcPts val="0"/>
                </a:spcAft>
                <a:buNone/>
              </a:pPr>
              <a:r>
                <a:rPr b="1" i="0" lang="en-US" sz="1400" u="none" cap="none" strike="noStrike">
                  <a:solidFill>
                    <a:srgbClr val="3071C3"/>
                  </a:solidFill>
                  <a:latin typeface="Arial"/>
                  <a:ea typeface="Arial"/>
                  <a:cs typeface="Arial"/>
                  <a:sym typeface="Arial"/>
                </a:rPr>
                <a:t>Storage Gen2</a:t>
              </a:r>
              <a:endParaRPr/>
            </a:p>
          </p:txBody>
        </p:sp>
      </p:grpSp>
      <p:pic>
        <p:nvPicPr>
          <p:cNvPr descr="Exploring Azure Synapse |" id="296" name="Google Shape;296;p7"/>
          <p:cNvPicPr preferRelativeResize="0"/>
          <p:nvPr/>
        </p:nvPicPr>
        <p:blipFill rotWithShape="1">
          <a:blip r:embed="rId8">
            <a:alphaModFix/>
          </a:blip>
          <a:srcRect b="0" l="0" r="0" t="0"/>
          <a:stretch/>
        </p:blipFill>
        <p:spPr>
          <a:xfrm>
            <a:off x="14799211" y="4785362"/>
            <a:ext cx="1728143" cy="1449954"/>
          </a:xfrm>
          <a:prstGeom prst="rect">
            <a:avLst/>
          </a:prstGeom>
          <a:noFill/>
          <a:ln>
            <a:noFill/>
          </a:ln>
        </p:spPr>
      </p:pic>
      <p:pic>
        <p:nvPicPr>
          <p:cNvPr descr="A blue cylinder with black text&#10;&#10;Description automatically generated" id="297" name="Google Shape;297;p7"/>
          <p:cNvPicPr preferRelativeResize="0"/>
          <p:nvPr/>
        </p:nvPicPr>
        <p:blipFill rotWithShape="1">
          <a:blip r:embed="rId9">
            <a:alphaModFix/>
          </a:blip>
          <a:srcRect b="0" l="0" r="0" t="0"/>
          <a:stretch/>
        </p:blipFill>
        <p:spPr>
          <a:xfrm>
            <a:off x="15940276" y="3861690"/>
            <a:ext cx="1987650" cy="19876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pic>
        <p:nvPicPr>
          <p:cNvPr id="302" name="Google Shape;302;p35"/>
          <p:cNvPicPr preferRelativeResize="0"/>
          <p:nvPr/>
        </p:nvPicPr>
        <p:blipFill rotWithShape="1">
          <a:blip r:embed="rId3">
            <a:alphaModFix/>
          </a:blip>
          <a:srcRect b="0" l="0" r="0" t="0"/>
          <a:stretch/>
        </p:blipFill>
        <p:spPr>
          <a:xfrm>
            <a:off x="0" y="0"/>
            <a:ext cx="18288000" cy="10287000"/>
          </a:xfrm>
          <a:prstGeom prst="rect">
            <a:avLst/>
          </a:prstGeom>
          <a:noFill/>
          <a:ln>
            <a:noFill/>
          </a:ln>
        </p:spPr>
      </p:pic>
      <p:grpSp>
        <p:nvGrpSpPr>
          <p:cNvPr id="303" name="Google Shape;303;p35"/>
          <p:cNvGrpSpPr/>
          <p:nvPr/>
        </p:nvGrpSpPr>
        <p:grpSpPr>
          <a:xfrm>
            <a:off x="0" y="1104817"/>
            <a:ext cx="7810046" cy="1124786"/>
            <a:chOff x="14016" y="1028700"/>
            <a:chExt cx="7810046" cy="1124786"/>
          </a:xfrm>
        </p:grpSpPr>
        <p:sp>
          <p:nvSpPr>
            <p:cNvPr id="304" name="Google Shape;304;p35"/>
            <p:cNvSpPr/>
            <p:nvPr/>
          </p:nvSpPr>
          <p:spPr>
            <a:xfrm>
              <a:off x="14016" y="1028700"/>
              <a:ext cx="6996398" cy="1094033"/>
            </a:xfrm>
            <a:custGeom>
              <a:rect b="b" l="l" r="r" t="t"/>
              <a:pathLst>
                <a:path extrusionOk="0" h="1905381" w="9328531">
                  <a:moveTo>
                    <a:pt x="0" y="0"/>
                  </a:moveTo>
                  <a:lnTo>
                    <a:pt x="1744853" y="0"/>
                  </a:lnTo>
                  <a:lnTo>
                    <a:pt x="7583678" y="0"/>
                  </a:lnTo>
                  <a:lnTo>
                    <a:pt x="9328531" y="0"/>
                  </a:lnTo>
                  <a:lnTo>
                    <a:pt x="8852154" y="1905381"/>
                  </a:lnTo>
                  <a:lnTo>
                    <a:pt x="7107301" y="1905381"/>
                  </a:lnTo>
                  <a:lnTo>
                    <a:pt x="1744853" y="1905381"/>
                  </a:lnTo>
                  <a:lnTo>
                    <a:pt x="0" y="1905381"/>
                  </a:lnTo>
                  <a:close/>
                </a:path>
              </a:pathLst>
            </a:custGeom>
            <a:solidFill>
              <a:srgbClr val="97480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DA6727"/>
                </a:solidFill>
                <a:highlight>
                  <a:srgbClr val="DA6727"/>
                </a:highlight>
                <a:latin typeface="Georgia"/>
                <a:ea typeface="Georgia"/>
                <a:cs typeface="Georgia"/>
                <a:sym typeface="Georgia"/>
              </a:endParaRPr>
            </a:p>
          </p:txBody>
        </p:sp>
        <p:sp>
          <p:nvSpPr>
            <p:cNvPr id="305" name="Google Shape;305;p35"/>
            <p:cNvSpPr/>
            <p:nvPr/>
          </p:nvSpPr>
          <p:spPr>
            <a:xfrm>
              <a:off x="6782472" y="1059455"/>
              <a:ext cx="608933" cy="1094031"/>
            </a:xfrm>
            <a:custGeom>
              <a:rect b="b" l="l" r="r" t="t"/>
              <a:pathLst>
                <a:path extrusionOk="0" h="1905381" w="811911">
                  <a:moveTo>
                    <a:pt x="476377" y="0"/>
                  </a:moveTo>
                  <a:lnTo>
                    <a:pt x="811911" y="0"/>
                  </a:lnTo>
                  <a:lnTo>
                    <a:pt x="335534" y="1905381"/>
                  </a:lnTo>
                  <a:lnTo>
                    <a:pt x="0" y="1905381"/>
                  </a:lnTo>
                  <a:lnTo>
                    <a:pt x="476377" y="0"/>
                  </a:lnTo>
                  <a:close/>
                </a:path>
              </a:pathLst>
            </a:custGeom>
            <a:solidFill>
              <a:srgbClr val="97480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DA6727"/>
                </a:solidFill>
                <a:highlight>
                  <a:srgbClr val="DA6727"/>
                </a:highlight>
                <a:latin typeface="Georgia"/>
                <a:ea typeface="Georgia"/>
                <a:cs typeface="Georgia"/>
                <a:sym typeface="Georgia"/>
              </a:endParaRPr>
            </a:p>
          </p:txBody>
        </p:sp>
        <p:sp>
          <p:nvSpPr>
            <p:cNvPr id="306" name="Google Shape;306;p35"/>
            <p:cNvSpPr/>
            <p:nvPr/>
          </p:nvSpPr>
          <p:spPr>
            <a:xfrm>
              <a:off x="7215129" y="1059455"/>
              <a:ext cx="608933" cy="1094031"/>
            </a:xfrm>
            <a:custGeom>
              <a:rect b="b" l="l" r="r" t="t"/>
              <a:pathLst>
                <a:path extrusionOk="0" h="1905381" w="811911">
                  <a:moveTo>
                    <a:pt x="476377" y="0"/>
                  </a:moveTo>
                  <a:lnTo>
                    <a:pt x="811911" y="0"/>
                  </a:lnTo>
                  <a:lnTo>
                    <a:pt x="335534" y="1905381"/>
                  </a:lnTo>
                  <a:lnTo>
                    <a:pt x="0" y="1905381"/>
                  </a:lnTo>
                  <a:lnTo>
                    <a:pt x="476377" y="0"/>
                  </a:lnTo>
                  <a:close/>
                </a:path>
              </a:pathLst>
            </a:custGeom>
            <a:solidFill>
              <a:srgbClr val="97480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DA6727"/>
                </a:solidFill>
                <a:highlight>
                  <a:srgbClr val="DA6727"/>
                </a:highlight>
                <a:latin typeface="Georgia"/>
                <a:ea typeface="Georgia"/>
                <a:cs typeface="Georgia"/>
                <a:sym typeface="Georgia"/>
              </a:endParaRPr>
            </a:p>
          </p:txBody>
        </p:sp>
      </p:grpSp>
      <p:sp>
        <p:nvSpPr>
          <p:cNvPr id="307" name="Google Shape;307;p35"/>
          <p:cNvSpPr txBox="1"/>
          <p:nvPr/>
        </p:nvSpPr>
        <p:spPr>
          <a:xfrm>
            <a:off x="310658" y="1333500"/>
            <a:ext cx="6375082" cy="430887"/>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chemeClr val="lt1"/>
                </a:solidFill>
                <a:latin typeface="Georgia"/>
                <a:ea typeface="Georgia"/>
                <a:cs typeface="Georgia"/>
                <a:sym typeface="Georgia"/>
              </a:rPr>
              <a:t>Pipeline Architecture</a:t>
            </a:r>
            <a:endParaRPr b="1" i="0" sz="1600" u="none" cap="none" strike="noStrike">
              <a:solidFill>
                <a:schemeClr val="lt1"/>
              </a:solidFill>
              <a:latin typeface="Georgia"/>
              <a:ea typeface="Georgia"/>
              <a:cs typeface="Georgia"/>
              <a:sym typeface="Georgia"/>
            </a:endParaRPr>
          </a:p>
        </p:txBody>
      </p:sp>
      <p:pic>
        <p:nvPicPr>
          <p:cNvPr id="308" name="Google Shape;308;p35"/>
          <p:cNvPicPr preferRelativeResize="0"/>
          <p:nvPr/>
        </p:nvPicPr>
        <p:blipFill rotWithShape="1">
          <a:blip r:embed="rId4">
            <a:alphaModFix/>
          </a:blip>
          <a:srcRect b="0" l="0" r="0" t="0"/>
          <a:stretch/>
        </p:blipFill>
        <p:spPr>
          <a:xfrm>
            <a:off x="248787" y="181815"/>
            <a:ext cx="1781175" cy="523875"/>
          </a:xfrm>
          <a:prstGeom prst="rect">
            <a:avLst/>
          </a:prstGeom>
          <a:noFill/>
          <a:ln>
            <a:noFill/>
          </a:ln>
        </p:spPr>
      </p:pic>
      <p:pic>
        <p:nvPicPr>
          <p:cNvPr descr="A diagram of a database&#10;&#10;Description automatically generated" id="309" name="Google Shape;309;p35"/>
          <p:cNvPicPr preferRelativeResize="0"/>
          <p:nvPr/>
        </p:nvPicPr>
        <p:blipFill rotWithShape="1">
          <a:blip r:embed="rId5">
            <a:alphaModFix/>
          </a:blip>
          <a:srcRect b="8639" l="0" r="1" t="0"/>
          <a:stretch/>
        </p:blipFill>
        <p:spPr>
          <a:xfrm>
            <a:off x="1245455" y="2597977"/>
            <a:ext cx="16029222" cy="6553451"/>
          </a:xfrm>
          <a:prstGeom prst="rect">
            <a:avLst/>
          </a:prstGeom>
          <a:noFill/>
          <a:ln>
            <a:noFill/>
          </a:ln>
        </p:spPr>
      </p:pic>
      <p:pic>
        <p:nvPicPr>
          <p:cNvPr descr="A logo of a computer software company&#10;&#10;Description automatically generated with medium confidence" id="310" name="Google Shape;310;p35"/>
          <p:cNvPicPr preferRelativeResize="0"/>
          <p:nvPr/>
        </p:nvPicPr>
        <p:blipFill rotWithShape="1">
          <a:blip r:embed="rId6">
            <a:alphaModFix/>
          </a:blip>
          <a:srcRect b="0" l="0" r="0" t="0"/>
          <a:stretch/>
        </p:blipFill>
        <p:spPr>
          <a:xfrm>
            <a:off x="11320030" y="4574377"/>
            <a:ext cx="1020467" cy="101652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pic>
        <p:nvPicPr>
          <p:cNvPr id="315" name="Google Shape;315;p8"/>
          <p:cNvPicPr preferRelativeResize="0"/>
          <p:nvPr/>
        </p:nvPicPr>
        <p:blipFill rotWithShape="1">
          <a:blip r:embed="rId3">
            <a:alphaModFix/>
          </a:blip>
          <a:srcRect b="0" l="0" r="0" t="0"/>
          <a:stretch/>
        </p:blipFill>
        <p:spPr>
          <a:xfrm>
            <a:off x="0" y="0"/>
            <a:ext cx="18288000" cy="10287000"/>
          </a:xfrm>
          <a:prstGeom prst="rect">
            <a:avLst/>
          </a:prstGeom>
          <a:blipFill rotWithShape="1">
            <a:blip r:embed="rId4">
              <a:alphaModFix/>
            </a:blip>
            <a:tile algn="tl" flip="none" tx="0" sx="100000" ty="0" sy="100000"/>
          </a:blipFill>
          <a:ln>
            <a:noFill/>
          </a:ln>
        </p:spPr>
      </p:pic>
      <p:sp>
        <p:nvSpPr>
          <p:cNvPr id="316" name="Google Shape;316;p8"/>
          <p:cNvSpPr/>
          <p:nvPr/>
        </p:nvSpPr>
        <p:spPr>
          <a:xfrm>
            <a:off x="7824062" y="0"/>
            <a:ext cx="10463938" cy="10286999"/>
          </a:xfrm>
          <a:prstGeom prst="rect">
            <a:avLst/>
          </a:prstGeom>
          <a:solidFill>
            <a:srgbClr val="0C0C0C">
              <a:alpha val="60000"/>
            </a:srgbClr>
          </a:solidFill>
          <a:ln>
            <a:noFill/>
          </a:ln>
        </p:spPr>
        <p:txBody>
          <a:bodyPr anchorCtr="0" anchor="ctr" bIns="68550" lIns="137125" spcFirstLastPara="1" rIns="137125" wrap="square" tIns="68550">
            <a:noAutofit/>
          </a:bodyPr>
          <a:lstStyle/>
          <a:p>
            <a:pPr indent="0" lvl="0" marL="0" marR="0" rtl="0" algn="ctr">
              <a:lnSpc>
                <a:spcPct val="100000"/>
              </a:lnSpc>
              <a:spcBef>
                <a:spcPts val="0"/>
              </a:spcBef>
              <a:spcAft>
                <a:spcPts val="0"/>
              </a:spcAft>
              <a:buClr>
                <a:srgbClr val="000000"/>
              </a:buClr>
              <a:buSzPts val="2700"/>
              <a:buFont typeface="Arial"/>
              <a:buNone/>
            </a:pPr>
            <a:r>
              <a:t/>
            </a:r>
            <a:endParaRPr b="0" i="0" sz="2700" u="none" cap="none" strike="noStrike">
              <a:solidFill>
                <a:schemeClr val="lt1"/>
              </a:solidFill>
              <a:latin typeface="Poppins"/>
              <a:ea typeface="Poppins"/>
              <a:cs typeface="Poppins"/>
              <a:sym typeface="Poppins"/>
            </a:endParaRPr>
          </a:p>
        </p:txBody>
      </p:sp>
      <p:pic>
        <p:nvPicPr>
          <p:cNvPr id="317" name="Google Shape;317;p8"/>
          <p:cNvPicPr preferRelativeResize="0"/>
          <p:nvPr/>
        </p:nvPicPr>
        <p:blipFill rotWithShape="1">
          <a:blip r:embed="rId5">
            <a:alphaModFix/>
          </a:blip>
          <a:srcRect b="0" l="0" r="0" t="0"/>
          <a:stretch/>
        </p:blipFill>
        <p:spPr>
          <a:xfrm>
            <a:off x="248787" y="181815"/>
            <a:ext cx="1781175" cy="523875"/>
          </a:xfrm>
          <a:prstGeom prst="rect">
            <a:avLst/>
          </a:prstGeom>
          <a:noFill/>
          <a:ln>
            <a:noFill/>
          </a:ln>
        </p:spPr>
      </p:pic>
      <p:sp>
        <p:nvSpPr>
          <p:cNvPr id="318" name="Google Shape;318;p8"/>
          <p:cNvSpPr/>
          <p:nvPr/>
        </p:nvSpPr>
        <p:spPr>
          <a:xfrm>
            <a:off x="14016" y="1028700"/>
            <a:ext cx="6996398" cy="1094033"/>
          </a:xfrm>
          <a:custGeom>
            <a:rect b="b" l="l" r="r" t="t"/>
            <a:pathLst>
              <a:path extrusionOk="0" h="1905381" w="9328531">
                <a:moveTo>
                  <a:pt x="0" y="0"/>
                </a:moveTo>
                <a:lnTo>
                  <a:pt x="1744853" y="0"/>
                </a:lnTo>
                <a:lnTo>
                  <a:pt x="7583678" y="0"/>
                </a:lnTo>
                <a:lnTo>
                  <a:pt x="9328531" y="0"/>
                </a:lnTo>
                <a:lnTo>
                  <a:pt x="8852154" y="1905381"/>
                </a:lnTo>
                <a:lnTo>
                  <a:pt x="7107301" y="1905381"/>
                </a:lnTo>
                <a:lnTo>
                  <a:pt x="1744853" y="1905381"/>
                </a:lnTo>
                <a:lnTo>
                  <a:pt x="0" y="1905381"/>
                </a:lnTo>
                <a:close/>
              </a:path>
            </a:pathLst>
          </a:custGeom>
          <a:solidFill>
            <a:srgbClr val="97480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DA6727"/>
              </a:solidFill>
              <a:highlight>
                <a:srgbClr val="DA6727"/>
              </a:highlight>
              <a:latin typeface="Georgia"/>
              <a:ea typeface="Georgia"/>
              <a:cs typeface="Georgia"/>
              <a:sym typeface="Georgia"/>
            </a:endParaRPr>
          </a:p>
        </p:txBody>
      </p:sp>
      <p:sp>
        <p:nvSpPr>
          <p:cNvPr id="319" name="Google Shape;319;p8"/>
          <p:cNvSpPr/>
          <p:nvPr/>
        </p:nvSpPr>
        <p:spPr>
          <a:xfrm>
            <a:off x="6782472" y="1059455"/>
            <a:ext cx="608933" cy="1094031"/>
          </a:xfrm>
          <a:custGeom>
            <a:rect b="b" l="l" r="r" t="t"/>
            <a:pathLst>
              <a:path extrusionOk="0" h="1905381" w="811911">
                <a:moveTo>
                  <a:pt x="476377" y="0"/>
                </a:moveTo>
                <a:lnTo>
                  <a:pt x="811911" y="0"/>
                </a:lnTo>
                <a:lnTo>
                  <a:pt x="335534" y="1905381"/>
                </a:lnTo>
                <a:lnTo>
                  <a:pt x="0" y="1905381"/>
                </a:lnTo>
                <a:lnTo>
                  <a:pt x="476377" y="0"/>
                </a:lnTo>
                <a:close/>
              </a:path>
            </a:pathLst>
          </a:custGeom>
          <a:solidFill>
            <a:srgbClr val="97480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DA6727"/>
              </a:solidFill>
              <a:highlight>
                <a:srgbClr val="DA6727"/>
              </a:highlight>
              <a:latin typeface="Georgia"/>
              <a:ea typeface="Georgia"/>
              <a:cs typeface="Georgia"/>
              <a:sym typeface="Georgia"/>
            </a:endParaRPr>
          </a:p>
        </p:txBody>
      </p:sp>
      <p:sp>
        <p:nvSpPr>
          <p:cNvPr id="320" name="Google Shape;320;p8"/>
          <p:cNvSpPr/>
          <p:nvPr/>
        </p:nvSpPr>
        <p:spPr>
          <a:xfrm>
            <a:off x="7215129" y="1059455"/>
            <a:ext cx="608933" cy="1094031"/>
          </a:xfrm>
          <a:custGeom>
            <a:rect b="b" l="l" r="r" t="t"/>
            <a:pathLst>
              <a:path extrusionOk="0" h="1905381" w="811911">
                <a:moveTo>
                  <a:pt x="476377" y="0"/>
                </a:moveTo>
                <a:lnTo>
                  <a:pt x="811911" y="0"/>
                </a:lnTo>
                <a:lnTo>
                  <a:pt x="335534" y="1905381"/>
                </a:lnTo>
                <a:lnTo>
                  <a:pt x="0" y="1905381"/>
                </a:lnTo>
                <a:lnTo>
                  <a:pt x="476377" y="0"/>
                </a:lnTo>
                <a:close/>
              </a:path>
            </a:pathLst>
          </a:custGeom>
          <a:solidFill>
            <a:srgbClr val="97480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DA6727"/>
              </a:solidFill>
              <a:highlight>
                <a:srgbClr val="DA6727"/>
              </a:highlight>
              <a:latin typeface="Georgia"/>
              <a:ea typeface="Georgia"/>
              <a:cs typeface="Georgia"/>
              <a:sym typeface="Georgia"/>
            </a:endParaRPr>
          </a:p>
        </p:txBody>
      </p:sp>
      <p:sp>
        <p:nvSpPr>
          <p:cNvPr id="321" name="Google Shape;321;p8"/>
          <p:cNvSpPr txBox="1"/>
          <p:nvPr/>
        </p:nvSpPr>
        <p:spPr>
          <a:xfrm>
            <a:off x="324674" y="1257300"/>
            <a:ext cx="6375082" cy="508601"/>
          </a:xfrm>
          <a:prstGeom prst="rect">
            <a:avLst/>
          </a:prstGeom>
          <a:noFill/>
          <a:ln>
            <a:noFill/>
          </a:ln>
        </p:spPr>
        <p:txBody>
          <a:bodyPr anchorCtr="0" anchor="t" bIns="0" lIns="0" spcFirstLastPara="1" rIns="0" wrap="square" tIns="0">
            <a:spAutoFit/>
          </a:bodyPr>
          <a:lstStyle/>
          <a:p>
            <a:pPr indent="0" lvl="0" marL="0" marR="0" rtl="0" algn="l">
              <a:lnSpc>
                <a:spcPct val="154285"/>
              </a:lnSpc>
              <a:spcBef>
                <a:spcPts val="0"/>
              </a:spcBef>
              <a:spcAft>
                <a:spcPts val="0"/>
              </a:spcAft>
              <a:buClr>
                <a:srgbClr val="000000"/>
              </a:buClr>
              <a:buSzPts val="2800"/>
              <a:buFont typeface="Arial"/>
              <a:buNone/>
            </a:pPr>
            <a:r>
              <a:rPr b="1" i="0" lang="en-US" sz="2800" u="none" cap="none" strike="noStrike">
                <a:solidFill>
                  <a:srgbClr val="FFFFFF"/>
                </a:solidFill>
                <a:latin typeface="Georgia"/>
                <a:ea typeface="Georgia"/>
                <a:cs typeface="Georgia"/>
                <a:sym typeface="Georgia"/>
              </a:rPr>
              <a:t>Project Workflow</a:t>
            </a:r>
            <a:endParaRPr b="0" i="0" sz="1400" u="none" cap="none" strike="noStrike">
              <a:solidFill>
                <a:srgbClr val="000000"/>
              </a:solidFill>
              <a:latin typeface="Arial"/>
              <a:ea typeface="Arial"/>
              <a:cs typeface="Arial"/>
              <a:sym typeface="Arial"/>
            </a:endParaRPr>
          </a:p>
        </p:txBody>
      </p:sp>
      <p:sp>
        <p:nvSpPr>
          <p:cNvPr id="322" name="Google Shape;322;p8"/>
          <p:cNvSpPr txBox="1"/>
          <p:nvPr/>
        </p:nvSpPr>
        <p:spPr>
          <a:xfrm>
            <a:off x="8310441" y="1083125"/>
            <a:ext cx="1959854" cy="461624"/>
          </a:xfrm>
          <a:prstGeom prst="rect">
            <a:avLst/>
          </a:prstGeom>
          <a:noFill/>
          <a:ln cap="flat" cmpd="sng" w="9525">
            <a:solidFill>
              <a:srgbClr val="FFFFFF"/>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50"/>
              <a:buFont typeface="Arial"/>
              <a:buNone/>
            </a:pPr>
            <a:r>
              <a:rPr b="1" i="0" lang="en-US" sz="2400" u="none" cap="none" strike="noStrike">
                <a:solidFill>
                  <a:srgbClr val="FFFFFF"/>
                </a:solidFill>
                <a:latin typeface="Georgia"/>
                <a:ea typeface="Georgia"/>
                <a:cs typeface="Georgia"/>
                <a:sym typeface="Georgia"/>
              </a:rPr>
              <a:t>STEP 1</a:t>
            </a:r>
            <a:endParaRPr b="0" i="0" sz="1800" u="none" cap="none" strike="noStrike">
              <a:solidFill>
                <a:srgbClr val="000000"/>
              </a:solidFill>
              <a:latin typeface="Georgia"/>
              <a:ea typeface="Georgia"/>
              <a:cs typeface="Georgia"/>
              <a:sym typeface="Georgia"/>
            </a:endParaRPr>
          </a:p>
        </p:txBody>
      </p:sp>
      <p:sp>
        <p:nvSpPr>
          <p:cNvPr id="323" name="Google Shape;323;p8"/>
          <p:cNvSpPr/>
          <p:nvPr/>
        </p:nvSpPr>
        <p:spPr>
          <a:xfrm>
            <a:off x="9208037" y="1750108"/>
            <a:ext cx="155407" cy="499485"/>
          </a:xfrm>
          <a:prstGeom prst="downArrow">
            <a:avLst>
              <a:gd fmla="val 50000" name="adj1"/>
              <a:gd fmla="val 50000" name="adj2"/>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2400" u="none" cap="none" strike="noStrike">
              <a:solidFill>
                <a:srgbClr val="FFFFFF"/>
              </a:solidFill>
              <a:latin typeface="Georgia"/>
              <a:ea typeface="Georgia"/>
              <a:cs typeface="Georgia"/>
              <a:sym typeface="Georgia"/>
            </a:endParaRPr>
          </a:p>
        </p:txBody>
      </p:sp>
      <p:sp>
        <p:nvSpPr>
          <p:cNvPr id="324" name="Google Shape;324;p8"/>
          <p:cNvSpPr txBox="1"/>
          <p:nvPr/>
        </p:nvSpPr>
        <p:spPr>
          <a:xfrm>
            <a:off x="8305803" y="2432110"/>
            <a:ext cx="1959854" cy="461624"/>
          </a:xfrm>
          <a:prstGeom prst="rect">
            <a:avLst/>
          </a:prstGeom>
          <a:noFill/>
          <a:ln cap="flat" cmpd="sng" w="9525">
            <a:solidFill>
              <a:srgbClr val="FFFFFF"/>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50"/>
              <a:buFont typeface="Arial"/>
              <a:buNone/>
            </a:pPr>
            <a:r>
              <a:rPr b="1" i="0" lang="en-US" sz="2400" u="none" cap="none" strike="noStrike">
                <a:solidFill>
                  <a:srgbClr val="FFFFFF"/>
                </a:solidFill>
                <a:latin typeface="Georgia"/>
                <a:ea typeface="Georgia"/>
                <a:cs typeface="Georgia"/>
                <a:sym typeface="Georgia"/>
              </a:rPr>
              <a:t>STEP 2</a:t>
            </a:r>
            <a:endParaRPr b="0" i="0" sz="1100" u="none" cap="none" strike="noStrike">
              <a:solidFill>
                <a:srgbClr val="FFFFFF"/>
              </a:solidFill>
              <a:latin typeface="Georgia"/>
              <a:ea typeface="Georgia"/>
              <a:cs typeface="Georgia"/>
              <a:sym typeface="Georgia"/>
            </a:endParaRPr>
          </a:p>
        </p:txBody>
      </p:sp>
      <p:sp>
        <p:nvSpPr>
          <p:cNvPr id="325" name="Google Shape;325;p8"/>
          <p:cNvSpPr/>
          <p:nvPr/>
        </p:nvSpPr>
        <p:spPr>
          <a:xfrm>
            <a:off x="9212694" y="3173854"/>
            <a:ext cx="155407" cy="499485"/>
          </a:xfrm>
          <a:prstGeom prst="downArrow">
            <a:avLst>
              <a:gd fmla="val 50000" name="adj1"/>
              <a:gd fmla="val 50000" name="adj2"/>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2400" u="none" cap="none" strike="noStrike">
              <a:solidFill>
                <a:srgbClr val="FFFFFF"/>
              </a:solidFill>
              <a:latin typeface="Georgia"/>
              <a:ea typeface="Georgia"/>
              <a:cs typeface="Georgia"/>
              <a:sym typeface="Georgia"/>
            </a:endParaRPr>
          </a:p>
        </p:txBody>
      </p:sp>
      <p:sp>
        <p:nvSpPr>
          <p:cNvPr id="326" name="Google Shape;326;p8"/>
          <p:cNvSpPr txBox="1"/>
          <p:nvPr/>
        </p:nvSpPr>
        <p:spPr>
          <a:xfrm>
            <a:off x="8305800" y="3864142"/>
            <a:ext cx="1959854" cy="461624"/>
          </a:xfrm>
          <a:prstGeom prst="rect">
            <a:avLst/>
          </a:prstGeom>
          <a:noFill/>
          <a:ln cap="flat" cmpd="sng" w="9525">
            <a:solidFill>
              <a:srgbClr val="FFFFFF"/>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50"/>
              <a:buFont typeface="Arial"/>
              <a:buNone/>
            </a:pPr>
            <a:r>
              <a:rPr b="1" i="0" lang="en-US" sz="2400" u="none" cap="none" strike="noStrike">
                <a:solidFill>
                  <a:srgbClr val="FFFFFF"/>
                </a:solidFill>
                <a:latin typeface="Georgia"/>
                <a:ea typeface="Georgia"/>
                <a:cs typeface="Georgia"/>
                <a:sym typeface="Georgia"/>
              </a:rPr>
              <a:t>STEP 3</a:t>
            </a:r>
            <a:endParaRPr b="0" i="0" sz="1100" u="none" cap="none" strike="noStrike">
              <a:solidFill>
                <a:srgbClr val="FFFFFF"/>
              </a:solidFill>
              <a:latin typeface="Georgia"/>
              <a:ea typeface="Georgia"/>
              <a:cs typeface="Georgia"/>
              <a:sym typeface="Georgia"/>
            </a:endParaRPr>
          </a:p>
        </p:txBody>
      </p:sp>
      <p:sp>
        <p:nvSpPr>
          <p:cNvPr id="327" name="Google Shape;327;p8"/>
          <p:cNvSpPr/>
          <p:nvPr/>
        </p:nvSpPr>
        <p:spPr>
          <a:xfrm>
            <a:off x="9212694" y="4624546"/>
            <a:ext cx="155407" cy="499485"/>
          </a:xfrm>
          <a:prstGeom prst="downArrow">
            <a:avLst>
              <a:gd fmla="val 50000" name="adj1"/>
              <a:gd fmla="val 50000" name="adj2"/>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2400" u="none" cap="none" strike="noStrike">
              <a:solidFill>
                <a:srgbClr val="FFFFFF"/>
              </a:solidFill>
              <a:latin typeface="Georgia"/>
              <a:ea typeface="Georgia"/>
              <a:cs typeface="Georgia"/>
              <a:sym typeface="Georgia"/>
            </a:endParaRPr>
          </a:p>
        </p:txBody>
      </p:sp>
      <p:sp>
        <p:nvSpPr>
          <p:cNvPr id="328" name="Google Shape;328;p8"/>
          <p:cNvSpPr txBox="1"/>
          <p:nvPr/>
        </p:nvSpPr>
        <p:spPr>
          <a:xfrm>
            <a:off x="8305800" y="5406120"/>
            <a:ext cx="1959854" cy="461624"/>
          </a:xfrm>
          <a:prstGeom prst="rect">
            <a:avLst/>
          </a:prstGeom>
          <a:noFill/>
          <a:ln cap="flat" cmpd="sng" w="9525">
            <a:solidFill>
              <a:srgbClr val="FFFFFF"/>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1" i="0" lang="en-US" sz="2400" u="none" cap="none" strike="noStrike">
                <a:solidFill>
                  <a:srgbClr val="FFFFFF"/>
                </a:solidFill>
                <a:latin typeface="Georgia"/>
                <a:ea typeface="Georgia"/>
                <a:cs typeface="Georgia"/>
                <a:sym typeface="Georgia"/>
              </a:rPr>
              <a:t>STEP 4</a:t>
            </a:r>
            <a:endParaRPr b="1" i="0" sz="2400" u="none" cap="none" strike="noStrike">
              <a:solidFill>
                <a:srgbClr val="FFFFFF"/>
              </a:solidFill>
              <a:latin typeface="Georgia"/>
              <a:ea typeface="Georgia"/>
              <a:cs typeface="Georgia"/>
              <a:sym typeface="Georgia"/>
            </a:endParaRPr>
          </a:p>
        </p:txBody>
      </p:sp>
      <p:sp>
        <p:nvSpPr>
          <p:cNvPr id="329" name="Google Shape;329;p8"/>
          <p:cNvSpPr/>
          <p:nvPr/>
        </p:nvSpPr>
        <p:spPr>
          <a:xfrm>
            <a:off x="9208035" y="6413823"/>
            <a:ext cx="155407" cy="499485"/>
          </a:xfrm>
          <a:prstGeom prst="downArrow">
            <a:avLst>
              <a:gd fmla="val 50000" name="adj1"/>
              <a:gd fmla="val 50000" name="adj2"/>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2400" u="none" cap="none" strike="noStrike">
              <a:solidFill>
                <a:srgbClr val="FFFFFF"/>
              </a:solidFill>
              <a:latin typeface="Georgia"/>
              <a:ea typeface="Georgia"/>
              <a:cs typeface="Georgia"/>
              <a:sym typeface="Georgia"/>
            </a:endParaRPr>
          </a:p>
        </p:txBody>
      </p:sp>
      <p:sp>
        <p:nvSpPr>
          <p:cNvPr id="330" name="Google Shape;330;p8"/>
          <p:cNvSpPr txBox="1"/>
          <p:nvPr/>
        </p:nvSpPr>
        <p:spPr>
          <a:xfrm>
            <a:off x="8305800" y="7096006"/>
            <a:ext cx="1959854" cy="461624"/>
          </a:xfrm>
          <a:prstGeom prst="rect">
            <a:avLst/>
          </a:prstGeom>
          <a:noFill/>
          <a:ln cap="flat" cmpd="sng" w="9525">
            <a:solidFill>
              <a:srgbClr val="FFFFFF"/>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1" i="0" lang="en-US" sz="2400" u="none" cap="none" strike="noStrike">
                <a:solidFill>
                  <a:srgbClr val="FFFFFF"/>
                </a:solidFill>
                <a:latin typeface="Georgia"/>
                <a:ea typeface="Georgia"/>
                <a:cs typeface="Georgia"/>
                <a:sym typeface="Georgia"/>
              </a:rPr>
              <a:t>STEP 5</a:t>
            </a:r>
            <a:endParaRPr b="1" i="0" sz="2400" u="none" cap="none" strike="noStrike">
              <a:solidFill>
                <a:srgbClr val="FFFFFF"/>
              </a:solidFill>
              <a:latin typeface="Georgia"/>
              <a:ea typeface="Georgia"/>
              <a:cs typeface="Georgia"/>
              <a:sym typeface="Georgia"/>
            </a:endParaRPr>
          </a:p>
        </p:txBody>
      </p:sp>
      <p:sp>
        <p:nvSpPr>
          <p:cNvPr id="331" name="Google Shape;331;p8"/>
          <p:cNvSpPr txBox="1"/>
          <p:nvPr/>
        </p:nvSpPr>
        <p:spPr>
          <a:xfrm>
            <a:off x="10896600" y="1075176"/>
            <a:ext cx="7066725" cy="498598"/>
          </a:xfrm>
          <a:prstGeom prst="rect">
            <a:avLst/>
          </a:prstGeom>
          <a:noFill/>
          <a:ln cap="flat" cmpd="sng" w="9525">
            <a:solidFill>
              <a:schemeClr val="lt1"/>
            </a:solidFill>
            <a:prstDash val="dash"/>
            <a:round/>
            <a:headEnd len="sm" w="sm" type="none"/>
            <a:tailEnd len="sm" w="sm" type="none"/>
          </a:ln>
        </p:spPr>
        <p:txBody>
          <a:bodyPr anchorCtr="0" anchor="t" bIns="0" lIns="0" spcFirstLastPara="1" rIns="0" wrap="square" tIns="0">
            <a:spAutoFit/>
          </a:bodyPr>
          <a:lstStyle/>
          <a:p>
            <a:pPr indent="0" lvl="0" marL="0" marR="0" rtl="0" algn="just">
              <a:lnSpc>
                <a:spcPct val="180000"/>
              </a:lnSpc>
              <a:spcBef>
                <a:spcPts val="0"/>
              </a:spcBef>
              <a:spcAft>
                <a:spcPts val="0"/>
              </a:spcAft>
              <a:buClr>
                <a:srgbClr val="000000"/>
              </a:buClr>
              <a:buSzPts val="1800"/>
              <a:buFont typeface="Arial"/>
              <a:buNone/>
            </a:pPr>
            <a:r>
              <a:rPr b="0" i="0" lang="en-US" sz="1800" u="none" cap="none" strike="noStrike">
                <a:solidFill>
                  <a:schemeClr val="lt1"/>
                </a:solidFill>
                <a:latin typeface="Georgia"/>
                <a:ea typeface="Georgia"/>
                <a:cs typeface="Georgia"/>
                <a:sym typeface="Georgia"/>
              </a:rPr>
              <a:t>Design a dimensional data model (OLAP) for the hospital</a:t>
            </a:r>
            <a:endParaRPr/>
          </a:p>
        </p:txBody>
      </p:sp>
      <p:sp>
        <p:nvSpPr>
          <p:cNvPr id="332" name="Google Shape;332;p8"/>
          <p:cNvSpPr txBox="1"/>
          <p:nvPr/>
        </p:nvSpPr>
        <p:spPr>
          <a:xfrm>
            <a:off x="10896599" y="2398538"/>
            <a:ext cx="7066725" cy="498598"/>
          </a:xfrm>
          <a:prstGeom prst="rect">
            <a:avLst/>
          </a:prstGeom>
          <a:noFill/>
          <a:ln cap="flat" cmpd="sng" w="9525">
            <a:solidFill>
              <a:schemeClr val="lt1"/>
            </a:solidFill>
            <a:prstDash val="dash"/>
            <a:round/>
            <a:headEnd len="sm" w="sm" type="none"/>
            <a:tailEnd len="sm" w="sm" type="none"/>
          </a:ln>
        </p:spPr>
        <p:txBody>
          <a:bodyPr anchorCtr="0" anchor="t" bIns="0" lIns="0" spcFirstLastPara="1" rIns="0" wrap="square" tIns="0">
            <a:spAutoFit/>
          </a:bodyPr>
          <a:lstStyle/>
          <a:p>
            <a:pPr indent="0" lvl="0" marL="0" marR="0" rtl="0" algn="just">
              <a:lnSpc>
                <a:spcPct val="180000"/>
              </a:lnSpc>
              <a:spcBef>
                <a:spcPts val="0"/>
              </a:spcBef>
              <a:spcAft>
                <a:spcPts val="0"/>
              </a:spcAft>
              <a:buClr>
                <a:srgbClr val="000000"/>
              </a:buClr>
              <a:buSzPts val="1800"/>
              <a:buFont typeface="Arial"/>
              <a:buNone/>
            </a:pPr>
            <a:r>
              <a:rPr b="0" i="0" lang="en-US" sz="1800" u="none" cap="none" strike="noStrike">
                <a:solidFill>
                  <a:schemeClr val="lt1"/>
                </a:solidFill>
                <a:latin typeface="Georgia"/>
                <a:ea typeface="Georgia"/>
                <a:cs typeface="Georgia"/>
                <a:sym typeface="Georgia"/>
              </a:rPr>
              <a:t>Load the given data to a data lake/blob storage on Azure cloud</a:t>
            </a:r>
            <a:endParaRPr/>
          </a:p>
        </p:txBody>
      </p:sp>
      <p:sp>
        <p:nvSpPr>
          <p:cNvPr id="333" name="Google Shape;333;p8"/>
          <p:cNvSpPr txBox="1"/>
          <p:nvPr/>
        </p:nvSpPr>
        <p:spPr>
          <a:xfrm>
            <a:off x="10896598" y="3560073"/>
            <a:ext cx="7066725" cy="997196"/>
          </a:xfrm>
          <a:prstGeom prst="rect">
            <a:avLst/>
          </a:prstGeom>
          <a:noFill/>
          <a:ln cap="flat" cmpd="sng" w="9525">
            <a:solidFill>
              <a:schemeClr val="lt1"/>
            </a:solidFill>
            <a:prstDash val="dash"/>
            <a:round/>
            <a:headEnd len="sm" w="sm" type="none"/>
            <a:tailEnd len="sm" w="sm" type="none"/>
          </a:ln>
        </p:spPr>
        <p:txBody>
          <a:bodyPr anchorCtr="0" anchor="t" bIns="0" lIns="0" spcFirstLastPara="1" rIns="0" wrap="square" tIns="0">
            <a:spAutoFit/>
          </a:bodyPr>
          <a:lstStyle/>
          <a:p>
            <a:pPr indent="0" lvl="0" marL="0" marR="0" rtl="0" algn="just">
              <a:lnSpc>
                <a:spcPct val="180000"/>
              </a:lnSpc>
              <a:spcBef>
                <a:spcPts val="0"/>
              </a:spcBef>
              <a:spcAft>
                <a:spcPts val="0"/>
              </a:spcAft>
              <a:buClr>
                <a:srgbClr val="000000"/>
              </a:buClr>
              <a:buSzPts val="1800"/>
              <a:buFont typeface="Arial"/>
              <a:buNone/>
            </a:pPr>
            <a:r>
              <a:rPr b="0" i="0" lang="en-US" sz="1800" u="none" cap="none" strike="noStrike">
                <a:solidFill>
                  <a:schemeClr val="lt1"/>
                </a:solidFill>
                <a:latin typeface="Georgia"/>
                <a:ea typeface="Georgia"/>
                <a:cs typeface="Georgia"/>
                <a:sym typeface="Georgia"/>
              </a:rPr>
              <a:t>Create a Datawarehouse in Azure SQL Database (or Azure Synapse Analytics) with two Schema – STG and EDW</a:t>
            </a:r>
            <a:endParaRPr/>
          </a:p>
        </p:txBody>
      </p:sp>
      <p:sp>
        <p:nvSpPr>
          <p:cNvPr id="334" name="Google Shape;334;p8"/>
          <p:cNvSpPr txBox="1"/>
          <p:nvPr/>
        </p:nvSpPr>
        <p:spPr>
          <a:xfrm>
            <a:off x="10869926" y="5119677"/>
            <a:ext cx="7066725" cy="1495794"/>
          </a:xfrm>
          <a:prstGeom prst="rect">
            <a:avLst/>
          </a:prstGeom>
          <a:noFill/>
          <a:ln cap="flat" cmpd="sng" w="9525">
            <a:solidFill>
              <a:schemeClr val="lt1"/>
            </a:solidFill>
            <a:prstDash val="dash"/>
            <a:round/>
            <a:headEnd len="sm" w="sm" type="none"/>
            <a:tailEnd len="sm" w="sm" type="none"/>
          </a:ln>
        </p:spPr>
        <p:txBody>
          <a:bodyPr anchorCtr="0" anchor="t" bIns="0" lIns="0" spcFirstLastPara="1" rIns="0" wrap="square" tIns="0">
            <a:spAutoFit/>
          </a:bodyPr>
          <a:lstStyle/>
          <a:p>
            <a:pPr indent="0" lvl="0" marL="0" marR="0" rtl="0" algn="just">
              <a:lnSpc>
                <a:spcPct val="180000"/>
              </a:lnSpc>
              <a:spcBef>
                <a:spcPts val="0"/>
              </a:spcBef>
              <a:spcAft>
                <a:spcPts val="0"/>
              </a:spcAft>
              <a:buClr>
                <a:srgbClr val="000000"/>
              </a:buClr>
              <a:buSzPts val="1800"/>
              <a:buFont typeface="Arial"/>
              <a:buNone/>
            </a:pPr>
            <a:r>
              <a:rPr b="0" i="0" lang="en-US" sz="1800" u="none" cap="none" strike="noStrike">
                <a:solidFill>
                  <a:schemeClr val="lt1"/>
                </a:solidFill>
                <a:latin typeface="Georgia"/>
                <a:ea typeface="Georgia"/>
                <a:cs typeface="Georgia"/>
                <a:sym typeface="Georgia"/>
              </a:rPr>
              <a:t>Build a Pipeline on Azure Data Factory to copy the given files from your blob storage to tables on the Staging Schema of your data warehouse</a:t>
            </a:r>
            <a:endParaRPr/>
          </a:p>
        </p:txBody>
      </p:sp>
      <p:sp>
        <p:nvSpPr>
          <p:cNvPr id="335" name="Google Shape;335;p8"/>
          <p:cNvSpPr txBox="1"/>
          <p:nvPr/>
        </p:nvSpPr>
        <p:spPr>
          <a:xfrm>
            <a:off x="10869927" y="6948811"/>
            <a:ext cx="7066725" cy="1495794"/>
          </a:xfrm>
          <a:prstGeom prst="rect">
            <a:avLst/>
          </a:prstGeom>
          <a:noFill/>
          <a:ln cap="flat" cmpd="sng" w="9525">
            <a:solidFill>
              <a:schemeClr val="lt1"/>
            </a:solidFill>
            <a:prstDash val="dash"/>
            <a:round/>
            <a:headEnd len="sm" w="sm" type="none"/>
            <a:tailEnd len="sm" w="sm" type="none"/>
          </a:ln>
        </p:spPr>
        <p:txBody>
          <a:bodyPr anchorCtr="0" anchor="t" bIns="0" lIns="0" spcFirstLastPara="1" rIns="0" wrap="square" tIns="0">
            <a:spAutoFit/>
          </a:bodyPr>
          <a:lstStyle/>
          <a:p>
            <a:pPr indent="0" lvl="0" marL="0" marR="0" rtl="0" algn="just">
              <a:lnSpc>
                <a:spcPct val="180000"/>
              </a:lnSpc>
              <a:spcBef>
                <a:spcPts val="0"/>
              </a:spcBef>
              <a:spcAft>
                <a:spcPts val="0"/>
              </a:spcAft>
              <a:buClr>
                <a:srgbClr val="000000"/>
              </a:buClr>
              <a:buSzPts val="1800"/>
              <a:buFont typeface="Arial"/>
              <a:buNone/>
            </a:pPr>
            <a:r>
              <a:rPr b="0" i="0" lang="en-US" sz="1800" u="none" cap="none" strike="noStrike">
                <a:solidFill>
                  <a:schemeClr val="lt1"/>
                </a:solidFill>
                <a:latin typeface="Georgia"/>
                <a:ea typeface="Georgia"/>
                <a:cs typeface="Georgia"/>
                <a:sym typeface="Georgia"/>
              </a:rPr>
              <a:t>Add a Databricks activity in your pipeline to transform the data in the staging tables into your designed data warehouse model. Store the transformed data in your data lake storage</a:t>
            </a:r>
            <a:endParaRPr/>
          </a:p>
        </p:txBody>
      </p:sp>
      <p:sp>
        <p:nvSpPr>
          <p:cNvPr id="336" name="Google Shape;336;p8"/>
          <p:cNvSpPr/>
          <p:nvPr/>
        </p:nvSpPr>
        <p:spPr>
          <a:xfrm>
            <a:off x="9242868" y="8395024"/>
            <a:ext cx="155407" cy="499485"/>
          </a:xfrm>
          <a:prstGeom prst="downArrow">
            <a:avLst>
              <a:gd fmla="val 50000" name="adj1"/>
              <a:gd fmla="val 50000" name="adj2"/>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2400" u="none" cap="none" strike="noStrike">
              <a:solidFill>
                <a:srgbClr val="FFFFFF"/>
              </a:solidFill>
              <a:latin typeface="Georgia"/>
              <a:ea typeface="Georgia"/>
              <a:cs typeface="Georgia"/>
              <a:sym typeface="Georgia"/>
            </a:endParaRPr>
          </a:p>
        </p:txBody>
      </p:sp>
      <p:sp>
        <p:nvSpPr>
          <p:cNvPr id="337" name="Google Shape;337;p8"/>
          <p:cNvSpPr txBox="1"/>
          <p:nvPr/>
        </p:nvSpPr>
        <p:spPr>
          <a:xfrm>
            <a:off x="8340633" y="9077207"/>
            <a:ext cx="1959854" cy="461624"/>
          </a:xfrm>
          <a:prstGeom prst="rect">
            <a:avLst/>
          </a:prstGeom>
          <a:noFill/>
          <a:ln cap="flat" cmpd="sng" w="9525">
            <a:solidFill>
              <a:srgbClr val="FFFFFF"/>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1" i="0" lang="en-US" sz="2400" u="none" cap="none" strike="noStrike">
                <a:solidFill>
                  <a:srgbClr val="FFFFFF"/>
                </a:solidFill>
                <a:latin typeface="Georgia"/>
                <a:ea typeface="Georgia"/>
                <a:cs typeface="Georgia"/>
                <a:sym typeface="Georgia"/>
              </a:rPr>
              <a:t>STEP 6</a:t>
            </a:r>
            <a:endParaRPr b="1" i="0" sz="2400" u="none" cap="none" strike="noStrike">
              <a:solidFill>
                <a:srgbClr val="FFFFFF"/>
              </a:solidFill>
              <a:latin typeface="Georgia"/>
              <a:ea typeface="Georgia"/>
              <a:cs typeface="Georgia"/>
              <a:sym typeface="Georgia"/>
            </a:endParaRPr>
          </a:p>
        </p:txBody>
      </p:sp>
      <p:sp>
        <p:nvSpPr>
          <p:cNvPr id="338" name="Google Shape;338;p8"/>
          <p:cNvSpPr txBox="1"/>
          <p:nvPr/>
        </p:nvSpPr>
        <p:spPr>
          <a:xfrm>
            <a:off x="10852508" y="8825513"/>
            <a:ext cx="7066725" cy="997196"/>
          </a:xfrm>
          <a:prstGeom prst="rect">
            <a:avLst/>
          </a:prstGeom>
          <a:noFill/>
          <a:ln cap="flat" cmpd="sng" w="9525">
            <a:solidFill>
              <a:schemeClr val="lt1"/>
            </a:solidFill>
            <a:prstDash val="dash"/>
            <a:round/>
            <a:headEnd len="sm" w="sm" type="none"/>
            <a:tailEnd len="sm" w="sm" type="none"/>
          </a:ln>
        </p:spPr>
        <p:txBody>
          <a:bodyPr anchorCtr="0" anchor="t" bIns="0" lIns="0" spcFirstLastPara="1" rIns="0" wrap="square" tIns="0">
            <a:spAutoFit/>
          </a:bodyPr>
          <a:lstStyle/>
          <a:p>
            <a:pPr indent="0" lvl="0" marL="0" marR="0" rtl="0" algn="just">
              <a:lnSpc>
                <a:spcPct val="180000"/>
              </a:lnSpc>
              <a:spcBef>
                <a:spcPts val="0"/>
              </a:spcBef>
              <a:spcAft>
                <a:spcPts val="0"/>
              </a:spcAft>
              <a:buClr>
                <a:srgbClr val="000000"/>
              </a:buClr>
              <a:buSzPts val="1800"/>
              <a:buFont typeface="Arial"/>
              <a:buNone/>
            </a:pPr>
            <a:r>
              <a:rPr b="0" i="0" lang="en-US" sz="1800" u="none" cap="none" strike="noStrike">
                <a:solidFill>
                  <a:schemeClr val="lt1"/>
                </a:solidFill>
                <a:latin typeface="Georgia"/>
                <a:ea typeface="Georgia"/>
                <a:cs typeface="Georgia"/>
                <a:sym typeface="Georgia"/>
              </a:rPr>
              <a:t>Add a copy activity to load the transformed data to your production schema (EDW) on the data warehouse</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pic>
        <p:nvPicPr>
          <p:cNvPr id="343" name="Google Shape;343;p36"/>
          <p:cNvPicPr preferRelativeResize="0"/>
          <p:nvPr/>
        </p:nvPicPr>
        <p:blipFill rotWithShape="1">
          <a:blip r:embed="rId3">
            <a:alphaModFix/>
          </a:blip>
          <a:srcRect b="0" l="0" r="0" t="0"/>
          <a:stretch/>
        </p:blipFill>
        <p:spPr>
          <a:xfrm>
            <a:off x="0" y="0"/>
            <a:ext cx="18288000" cy="10287000"/>
          </a:xfrm>
          <a:prstGeom prst="rect">
            <a:avLst/>
          </a:prstGeom>
          <a:blipFill rotWithShape="1">
            <a:blip r:embed="rId4">
              <a:alphaModFix/>
            </a:blip>
            <a:tile algn="tl" flip="none" tx="0" sx="100000" ty="0" sy="100000"/>
          </a:blipFill>
          <a:ln>
            <a:noFill/>
          </a:ln>
        </p:spPr>
      </p:pic>
      <p:sp>
        <p:nvSpPr>
          <p:cNvPr id="344" name="Google Shape;344;p36"/>
          <p:cNvSpPr/>
          <p:nvPr/>
        </p:nvSpPr>
        <p:spPr>
          <a:xfrm>
            <a:off x="7824062" y="0"/>
            <a:ext cx="10463938" cy="10286999"/>
          </a:xfrm>
          <a:prstGeom prst="rect">
            <a:avLst/>
          </a:prstGeom>
          <a:solidFill>
            <a:srgbClr val="0C0C0C">
              <a:alpha val="60000"/>
            </a:srgbClr>
          </a:solidFill>
          <a:ln>
            <a:noFill/>
          </a:ln>
        </p:spPr>
        <p:txBody>
          <a:bodyPr anchorCtr="0" anchor="ctr" bIns="68550" lIns="137125" spcFirstLastPara="1" rIns="137125" wrap="square" tIns="68550">
            <a:noAutofit/>
          </a:bodyPr>
          <a:lstStyle/>
          <a:p>
            <a:pPr indent="0" lvl="0" marL="0" marR="0" rtl="0" algn="ctr">
              <a:lnSpc>
                <a:spcPct val="100000"/>
              </a:lnSpc>
              <a:spcBef>
                <a:spcPts val="0"/>
              </a:spcBef>
              <a:spcAft>
                <a:spcPts val="0"/>
              </a:spcAft>
              <a:buClr>
                <a:srgbClr val="000000"/>
              </a:buClr>
              <a:buSzPts val="2700"/>
              <a:buFont typeface="Arial"/>
              <a:buNone/>
            </a:pPr>
            <a:r>
              <a:t/>
            </a:r>
            <a:endParaRPr b="0" i="0" sz="2700" u="none" cap="none" strike="noStrike">
              <a:solidFill>
                <a:schemeClr val="lt1"/>
              </a:solidFill>
              <a:latin typeface="Poppins"/>
              <a:ea typeface="Poppins"/>
              <a:cs typeface="Poppins"/>
              <a:sym typeface="Poppins"/>
            </a:endParaRPr>
          </a:p>
        </p:txBody>
      </p:sp>
      <p:pic>
        <p:nvPicPr>
          <p:cNvPr id="345" name="Google Shape;345;p36"/>
          <p:cNvPicPr preferRelativeResize="0"/>
          <p:nvPr/>
        </p:nvPicPr>
        <p:blipFill rotWithShape="1">
          <a:blip r:embed="rId5">
            <a:alphaModFix/>
          </a:blip>
          <a:srcRect b="0" l="0" r="0" t="0"/>
          <a:stretch/>
        </p:blipFill>
        <p:spPr>
          <a:xfrm>
            <a:off x="248787" y="181815"/>
            <a:ext cx="1781175" cy="523875"/>
          </a:xfrm>
          <a:prstGeom prst="rect">
            <a:avLst/>
          </a:prstGeom>
          <a:noFill/>
          <a:ln>
            <a:noFill/>
          </a:ln>
        </p:spPr>
      </p:pic>
      <p:sp>
        <p:nvSpPr>
          <p:cNvPr id="346" name="Google Shape;346;p36"/>
          <p:cNvSpPr/>
          <p:nvPr/>
        </p:nvSpPr>
        <p:spPr>
          <a:xfrm>
            <a:off x="14016" y="1028700"/>
            <a:ext cx="6996398" cy="1094033"/>
          </a:xfrm>
          <a:custGeom>
            <a:rect b="b" l="l" r="r" t="t"/>
            <a:pathLst>
              <a:path extrusionOk="0" h="1905381" w="9328531">
                <a:moveTo>
                  <a:pt x="0" y="0"/>
                </a:moveTo>
                <a:lnTo>
                  <a:pt x="1744853" y="0"/>
                </a:lnTo>
                <a:lnTo>
                  <a:pt x="7583678" y="0"/>
                </a:lnTo>
                <a:lnTo>
                  <a:pt x="9328531" y="0"/>
                </a:lnTo>
                <a:lnTo>
                  <a:pt x="8852154" y="1905381"/>
                </a:lnTo>
                <a:lnTo>
                  <a:pt x="7107301" y="1905381"/>
                </a:lnTo>
                <a:lnTo>
                  <a:pt x="1744853" y="1905381"/>
                </a:lnTo>
                <a:lnTo>
                  <a:pt x="0" y="1905381"/>
                </a:lnTo>
                <a:close/>
              </a:path>
            </a:pathLst>
          </a:custGeom>
          <a:solidFill>
            <a:srgbClr val="97480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DA6727"/>
              </a:solidFill>
              <a:highlight>
                <a:srgbClr val="DA6727"/>
              </a:highlight>
              <a:latin typeface="Georgia"/>
              <a:ea typeface="Georgia"/>
              <a:cs typeface="Georgia"/>
              <a:sym typeface="Georgia"/>
            </a:endParaRPr>
          </a:p>
        </p:txBody>
      </p:sp>
      <p:sp>
        <p:nvSpPr>
          <p:cNvPr id="347" name="Google Shape;347;p36"/>
          <p:cNvSpPr/>
          <p:nvPr/>
        </p:nvSpPr>
        <p:spPr>
          <a:xfrm>
            <a:off x="6782472" y="1059455"/>
            <a:ext cx="608933" cy="1094031"/>
          </a:xfrm>
          <a:custGeom>
            <a:rect b="b" l="l" r="r" t="t"/>
            <a:pathLst>
              <a:path extrusionOk="0" h="1905381" w="811911">
                <a:moveTo>
                  <a:pt x="476377" y="0"/>
                </a:moveTo>
                <a:lnTo>
                  <a:pt x="811911" y="0"/>
                </a:lnTo>
                <a:lnTo>
                  <a:pt x="335534" y="1905381"/>
                </a:lnTo>
                <a:lnTo>
                  <a:pt x="0" y="1905381"/>
                </a:lnTo>
                <a:lnTo>
                  <a:pt x="476377" y="0"/>
                </a:lnTo>
                <a:close/>
              </a:path>
            </a:pathLst>
          </a:custGeom>
          <a:solidFill>
            <a:srgbClr val="97480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DA6727"/>
              </a:solidFill>
              <a:highlight>
                <a:srgbClr val="DA6727"/>
              </a:highlight>
              <a:latin typeface="Georgia"/>
              <a:ea typeface="Georgia"/>
              <a:cs typeface="Georgia"/>
              <a:sym typeface="Georgia"/>
            </a:endParaRPr>
          </a:p>
        </p:txBody>
      </p:sp>
      <p:sp>
        <p:nvSpPr>
          <p:cNvPr id="348" name="Google Shape;348;p36"/>
          <p:cNvSpPr/>
          <p:nvPr/>
        </p:nvSpPr>
        <p:spPr>
          <a:xfrm>
            <a:off x="7215129" y="1059455"/>
            <a:ext cx="608933" cy="1094031"/>
          </a:xfrm>
          <a:custGeom>
            <a:rect b="b" l="l" r="r" t="t"/>
            <a:pathLst>
              <a:path extrusionOk="0" h="1905381" w="811911">
                <a:moveTo>
                  <a:pt x="476377" y="0"/>
                </a:moveTo>
                <a:lnTo>
                  <a:pt x="811911" y="0"/>
                </a:lnTo>
                <a:lnTo>
                  <a:pt x="335534" y="1905381"/>
                </a:lnTo>
                <a:lnTo>
                  <a:pt x="0" y="1905381"/>
                </a:lnTo>
                <a:lnTo>
                  <a:pt x="476377" y="0"/>
                </a:lnTo>
                <a:close/>
              </a:path>
            </a:pathLst>
          </a:custGeom>
          <a:solidFill>
            <a:srgbClr val="97480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DA6727"/>
              </a:solidFill>
              <a:highlight>
                <a:srgbClr val="DA6727"/>
              </a:highlight>
              <a:latin typeface="Georgia"/>
              <a:ea typeface="Georgia"/>
              <a:cs typeface="Georgia"/>
              <a:sym typeface="Georgia"/>
            </a:endParaRPr>
          </a:p>
        </p:txBody>
      </p:sp>
      <p:sp>
        <p:nvSpPr>
          <p:cNvPr id="349" name="Google Shape;349;p36"/>
          <p:cNvSpPr txBox="1"/>
          <p:nvPr/>
        </p:nvSpPr>
        <p:spPr>
          <a:xfrm>
            <a:off x="324674" y="1257300"/>
            <a:ext cx="6375082" cy="508601"/>
          </a:xfrm>
          <a:prstGeom prst="rect">
            <a:avLst/>
          </a:prstGeom>
          <a:noFill/>
          <a:ln>
            <a:noFill/>
          </a:ln>
        </p:spPr>
        <p:txBody>
          <a:bodyPr anchorCtr="0" anchor="t" bIns="0" lIns="0" spcFirstLastPara="1" rIns="0" wrap="square" tIns="0">
            <a:spAutoFit/>
          </a:bodyPr>
          <a:lstStyle/>
          <a:p>
            <a:pPr indent="0" lvl="0" marL="0" marR="0" rtl="0" algn="l">
              <a:lnSpc>
                <a:spcPct val="154285"/>
              </a:lnSpc>
              <a:spcBef>
                <a:spcPts val="0"/>
              </a:spcBef>
              <a:spcAft>
                <a:spcPts val="0"/>
              </a:spcAft>
              <a:buClr>
                <a:srgbClr val="000000"/>
              </a:buClr>
              <a:buSzPts val="2800"/>
              <a:buFont typeface="Arial"/>
              <a:buNone/>
            </a:pPr>
            <a:r>
              <a:rPr b="1" i="0" lang="en-US" sz="2800" u="none" cap="none" strike="noStrike">
                <a:solidFill>
                  <a:srgbClr val="FFFFFF"/>
                </a:solidFill>
                <a:latin typeface="Georgia"/>
                <a:ea typeface="Georgia"/>
                <a:cs typeface="Georgia"/>
                <a:sym typeface="Georgia"/>
              </a:rPr>
              <a:t>Project Workflow</a:t>
            </a:r>
            <a:endParaRPr b="0" i="0" sz="1400" u="none" cap="none" strike="noStrike">
              <a:solidFill>
                <a:srgbClr val="000000"/>
              </a:solidFill>
              <a:latin typeface="Arial"/>
              <a:ea typeface="Arial"/>
              <a:cs typeface="Arial"/>
              <a:sym typeface="Arial"/>
            </a:endParaRPr>
          </a:p>
        </p:txBody>
      </p:sp>
      <p:sp>
        <p:nvSpPr>
          <p:cNvPr id="350" name="Google Shape;350;p36"/>
          <p:cNvSpPr txBox="1"/>
          <p:nvPr/>
        </p:nvSpPr>
        <p:spPr>
          <a:xfrm>
            <a:off x="8310441" y="1083125"/>
            <a:ext cx="1959854" cy="461624"/>
          </a:xfrm>
          <a:prstGeom prst="rect">
            <a:avLst/>
          </a:prstGeom>
          <a:noFill/>
          <a:ln cap="flat" cmpd="sng" w="9525">
            <a:solidFill>
              <a:srgbClr val="FFFFFF"/>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50"/>
              <a:buFont typeface="Arial"/>
              <a:buNone/>
            </a:pPr>
            <a:r>
              <a:rPr b="1" i="0" lang="en-US" sz="2400" u="none" cap="none" strike="noStrike">
                <a:solidFill>
                  <a:srgbClr val="FFFFFF"/>
                </a:solidFill>
                <a:latin typeface="Georgia"/>
                <a:ea typeface="Georgia"/>
                <a:cs typeface="Georgia"/>
                <a:sym typeface="Georgia"/>
              </a:rPr>
              <a:t>STEP 7</a:t>
            </a:r>
            <a:endParaRPr b="0" i="0" sz="1800" u="none" cap="none" strike="noStrike">
              <a:solidFill>
                <a:srgbClr val="000000"/>
              </a:solidFill>
              <a:latin typeface="Georgia"/>
              <a:ea typeface="Georgia"/>
              <a:cs typeface="Georgia"/>
              <a:sym typeface="Georgia"/>
            </a:endParaRPr>
          </a:p>
        </p:txBody>
      </p:sp>
      <p:sp>
        <p:nvSpPr>
          <p:cNvPr id="351" name="Google Shape;351;p36"/>
          <p:cNvSpPr/>
          <p:nvPr/>
        </p:nvSpPr>
        <p:spPr>
          <a:xfrm>
            <a:off x="9208037" y="1750108"/>
            <a:ext cx="155407" cy="499485"/>
          </a:xfrm>
          <a:prstGeom prst="downArrow">
            <a:avLst>
              <a:gd fmla="val 50000" name="adj1"/>
              <a:gd fmla="val 50000" name="adj2"/>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2400" u="none" cap="none" strike="noStrike">
              <a:solidFill>
                <a:srgbClr val="FFFFFF"/>
              </a:solidFill>
              <a:latin typeface="Georgia"/>
              <a:ea typeface="Georgia"/>
              <a:cs typeface="Georgia"/>
              <a:sym typeface="Georgia"/>
            </a:endParaRPr>
          </a:p>
        </p:txBody>
      </p:sp>
      <p:sp>
        <p:nvSpPr>
          <p:cNvPr id="352" name="Google Shape;352;p36"/>
          <p:cNvSpPr txBox="1"/>
          <p:nvPr/>
        </p:nvSpPr>
        <p:spPr>
          <a:xfrm>
            <a:off x="8305803" y="2432110"/>
            <a:ext cx="1959854" cy="461624"/>
          </a:xfrm>
          <a:prstGeom prst="rect">
            <a:avLst/>
          </a:prstGeom>
          <a:noFill/>
          <a:ln cap="flat" cmpd="sng" w="9525">
            <a:solidFill>
              <a:srgbClr val="FFFFFF"/>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50"/>
              <a:buFont typeface="Arial"/>
              <a:buNone/>
            </a:pPr>
            <a:r>
              <a:rPr b="1" i="0" lang="en-US" sz="2400" u="none" cap="none" strike="noStrike">
                <a:solidFill>
                  <a:srgbClr val="FFFFFF"/>
                </a:solidFill>
                <a:latin typeface="Georgia"/>
                <a:ea typeface="Georgia"/>
                <a:cs typeface="Georgia"/>
                <a:sym typeface="Georgia"/>
              </a:rPr>
              <a:t>STEP 8</a:t>
            </a:r>
            <a:endParaRPr b="0" i="0" sz="1100" u="none" cap="none" strike="noStrike">
              <a:solidFill>
                <a:srgbClr val="FFFFFF"/>
              </a:solidFill>
              <a:latin typeface="Georgia"/>
              <a:ea typeface="Georgia"/>
              <a:cs typeface="Georgia"/>
              <a:sym typeface="Georgia"/>
            </a:endParaRPr>
          </a:p>
        </p:txBody>
      </p:sp>
      <p:sp>
        <p:nvSpPr>
          <p:cNvPr id="353" name="Google Shape;353;p36"/>
          <p:cNvSpPr/>
          <p:nvPr/>
        </p:nvSpPr>
        <p:spPr>
          <a:xfrm>
            <a:off x="9212694" y="3173854"/>
            <a:ext cx="155407" cy="499485"/>
          </a:xfrm>
          <a:prstGeom prst="downArrow">
            <a:avLst>
              <a:gd fmla="val 50000" name="adj1"/>
              <a:gd fmla="val 50000" name="adj2"/>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2400" u="none" cap="none" strike="noStrike">
              <a:solidFill>
                <a:srgbClr val="FFFFFF"/>
              </a:solidFill>
              <a:latin typeface="Georgia"/>
              <a:ea typeface="Georgia"/>
              <a:cs typeface="Georgia"/>
              <a:sym typeface="Georgia"/>
            </a:endParaRPr>
          </a:p>
        </p:txBody>
      </p:sp>
      <p:sp>
        <p:nvSpPr>
          <p:cNvPr id="354" name="Google Shape;354;p36"/>
          <p:cNvSpPr txBox="1"/>
          <p:nvPr/>
        </p:nvSpPr>
        <p:spPr>
          <a:xfrm>
            <a:off x="8305800" y="3864142"/>
            <a:ext cx="1959854" cy="461624"/>
          </a:xfrm>
          <a:prstGeom prst="rect">
            <a:avLst/>
          </a:prstGeom>
          <a:noFill/>
          <a:ln cap="flat" cmpd="sng" w="9525">
            <a:solidFill>
              <a:srgbClr val="FFFFFF"/>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50"/>
              <a:buFont typeface="Arial"/>
              <a:buNone/>
            </a:pPr>
            <a:r>
              <a:rPr b="1" i="0" lang="en-US" sz="2400" u="none" cap="none" strike="noStrike">
                <a:solidFill>
                  <a:srgbClr val="FFFFFF"/>
                </a:solidFill>
                <a:latin typeface="Georgia"/>
                <a:ea typeface="Georgia"/>
                <a:cs typeface="Georgia"/>
                <a:sym typeface="Georgia"/>
              </a:rPr>
              <a:t>STEP 9</a:t>
            </a:r>
            <a:endParaRPr b="0" i="0" sz="1100" u="none" cap="none" strike="noStrike">
              <a:solidFill>
                <a:srgbClr val="FFFFFF"/>
              </a:solidFill>
              <a:latin typeface="Georgia"/>
              <a:ea typeface="Georgia"/>
              <a:cs typeface="Georgia"/>
              <a:sym typeface="Georgia"/>
            </a:endParaRPr>
          </a:p>
        </p:txBody>
      </p:sp>
      <p:sp>
        <p:nvSpPr>
          <p:cNvPr id="355" name="Google Shape;355;p36"/>
          <p:cNvSpPr/>
          <p:nvPr/>
        </p:nvSpPr>
        <p:spPr>
          <a:xfrm>
            <a:off x="9212694" y="4624546"/>
            <a:ext cx="155407" cy="499485"/>
          </a:xfrm>
          <a:prstGeom prst="downArrow">
            <a:avLst>
              <a:gd fmla="val 50000" name="adj1"/>
              <a:gd fmla="val 50000" name="adj2"/>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2400" u="none" cap="none" strike="noStrike">
              <a:solidFill>
                <a:srgbClr val="FFFFFF"/>
              </a:solidFill>
              <a:latin typeface="Georgia"/>
              <a:ea typeface="Georgia"/>
              <a:cs typeface="Georgia"/>
              <a:sym typeface="Georgia"/>
            </a:endParaRPr>
          </a:p>
        </p:txBody>
      </p:sp>
      <p:sp>
        <p:nvSpPr>
          <p:cNvPr id="356" name="Google Shape;356;p36"/>
          <p:cNvSpPr txBox="1"/>
          <p:nvPr/>
        </p:nvSpPr>
        <p:spPr>
          <a:xfrm>
            <a:off x="8305800" y="5406120"/>
            <a:ext cx="1959854" cy="461624"/>
          </a:xfrm>
          <a:prstGeom prst="rect">
            <a:avLst/>
          </a:prstGeom>
          <a:noFill/>
          <a:ln cap="flat" cmpd="sng" w="9525">
            <a:solidFill>
              <a:srgbClr val="FFFFFF"/>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1" i="0" lang="en-US" sz="2400" u="none" cap="none" strike="noStrike">
                <a:solidFill>
                  <a:srgbClr val="FFFFFF"/>
                </a:solidFill>
                <a:latin typeface="Georgia"/>
                <a:ea typeface="Georgia"/>
                <a:cs typeface="Georgia"/>
                <a:sym typeface="Georgia"/>
              </a:rPr>
              <a:t>STEP 10</a:t>
            </a:r>
            <a:endParaRPr b="1" i="0" sz="2400" u="none" cap="none" strike="noStrike">
              <a:solidFill>
                <a:srgbClr val="FFFFFF"/>
              </a:solidFill>
              <a:latin typeface="Georgia"/>
              <a:ea typeface="Georgia"/>
              <a:cs typeface="Georgia"/>
              <a:sym typeface="Georgia"/>
            </a:endParaRPr>
          </a:p>
        </p:txBody>
      </p:sp>
      <p:sp>
        <p:nvSpPr>
          <p:cNvPr id="357" name="Google Shape;357;p36"/>
          <p:cNvSpPr txBox="1"/>
          <p:nvPr/>
        </p:nvSpPr>
        <p:spPr>
          <a:xfrm>
            <a:off x="10896600" y="1075176"/>
            <a:ext cx="7066725" cy="498598"/>
          </a:xfrm>
          <a:prstGeom prst="rect">
            <a:avLst/>
          </a:prstGeom>
          <a:noFill/>
          <a:ln cap="flat" cmpd="sng" w="9525">
            <a:solidFill>
              <a:schemeClr val="lt1"/>
            </a:solidFill>
            <a:prstDash val="dash"/>
            <a:round/>
            <a:headEnd len="sm" w="sm" type="none"/>
            <a:tailEnd len="sm" w="sm" type="none"/>
          </a:ln>
        </p:spPr>
        <p:txBody>
          <a:bodyPr anchorCtr="0" anchor="t" bIns="0" lIns="0" spcFirstLastPara="1" rIns="0" wrap="square" tIns="0">
            <a:spAutoFit/>
          </a:bodyPr>
          <a:lstStyle/>
          <a:p>
            <a:pPr indent="0" lvl="0" marL="0" marR="0" rtl="0" algn="just">
              <a:lnSpc>
                <a:spcPct val="180000"/>
              </a:lnSpc>
              <a:spcBef>
                <a:spcPts val="0"/>
              </a:spcBef>
              <a:spcAft>
                <a:spcPts val="0"/>
              </a:spcAft>
              <a:buClr>
                <a:srgbClr val="000000"/>
              </a:buClr>
              <a:buSzPts val="1800"/>
              <a:buFont typeface="Arial"/>
              <a:buNone/>
            </a:pPr>
            <a:r>
              <a:rPr b="0" i="0" lang="en-US" sz="1800" u="none" cap="none" strike="noStrike">
                <a:solidFill>
                  <a:schemeClr val="lt1"/>
                </a:solidFill>
                <a:latin typeface="Georgia"/>
                <a:ea typeface="Georgia"/>
                <a:cs typeface="Georgia"/>
                <a:sym typeface="Georgia"/>
              </a:rPr>
              <a:t>Run queries against your Datawarehouse to test its efficiency. </a:t>
            </a:r>
            <a:endParaRPr/>
          </a:p>
        </p:txBody>
      </p:sp>
      <p:sp>
        <p:nvSpPr>
          <p:cNvPr id="358" name="Google Shape;358;p36"/>
          <p:cNvSpPr txBox="1"/>
          <p:nvPr/>
        </p:nvSpPr>
        <p:spPr>
          <a:xfrm>
            <a:off x="10896599" y="2398538"/>
            <a:ext cx="7066725" cy="498598"/>
          </a:xfrm>
          <a:prstGeom prst="rect">
            <a:avLst/>
          </a:prstGeom>
          <a:noFill/>
          <a:ln cap="flat" cmpd="sng" w="9525">
            <a:solidFill>
              <a:schemeClr val="lt1"/>
            </a:solidFill>
            <a:prstDash val="dash"/>
            <a:round/>
            <a:headEnd len="sm" w="sm" type="none"/>
            <a:tailEnd len="sm" w="sm" type="none"/>
          </a:ln>
        </p:spPr>
        <p:txBody>
          <a:bodyPr anchorCtr="0" anchor="t" bIns="0" lIns="0" spcFirstLastPara="1" rIns="0" wrap="square" tIns="0">
            <a:spAutoFit/>
          </a:bodyPr>
          <a:lstStyle/>
          <a:p>
            <a:pPr indent="0" lvl="0" marL="0" marR="0" rtl="0" algn="just">
              <a:lnSpc>
                <a:spcPct val="180000"/>
              </a:lnSpc>
              <a:spcBef>
                <a:spcPts val="0"/>
              </a:spcBef>
              <a:spcAft>
                <a:spcPts val="0"/>
              </a:spcAft>
              <a:buClr>
                <a:srgbClr val="000000"/>
              </a:buClr>
              <a:buSzPts val="1800"/>
              <a:buFont typeface="Arial"/>
              <a:buNone/>
            </a:pPr>
            <a:r>
              <a:rPr b="0" i="0" lang="en-US" sz="1800" u="none" cap="none" strike="noStrike">
                <a:solidFill>
                  <a:schemeClr val="lt1"/>
                </a:solidFill>
                <a:latin typeface="Georgia"/>
                <a:ea typeface="Georgia"/>
                <a:cs typeface="Georgia"/>
                <a:sym typeface="Georgia"/>
              </a:rPr>
              <a:t>Schedule your pipeline to refresh your Datawarehouse daily.</a:t>
            </a:r>
            <a:endParaRPr/>
          </a:p>
        </p:txBody>
      </p:sp>
      <p:sp>
        <p:nvSpPr>
          <p:cNvPr id="359" name="Google Shape;359;p36"/>
          <p:cNvSpPr txBox="1"/>
          <p:nvPr/>
        </p:nvSpPr>
        <p:spPr>
          <a:xfrm>
            <a:off x="10896598" y="3847459"/>
            <a:ext cx="7066725" cy="498598"/>
          </a:xfrm>
          <a:prstGeom prst="rect">
            <a:avLst/>
          </a:prstGeom>
          <a:noFill/>
          <a:ln cap="flat" cmpd="sng" w="9525">
            <a:solidFill>
              <a:schemeClr val="lt1"/>
            </a:solidFill>
            <a:prstDash val="dash"/>
            <a:round/>
            <a:headEnd len="sm" w="sm" type="none"/>
            <a:tailEnd len="sm" w="sm" type="none"/>
          </a:ln>
        </p:spPr>
        <p:txBody>
          <a:bodyPr anchorCtr="0" anchor="t" bIns="0" lIns="0" spcFirstLastPara="1" rIns="0" wrap="square" tIns="0">
            <a:spAutoFit/>
          </a:bodyPr>
          <a:lstStyle/>
          <a:p>
            <a:pPr indent="0" lvl="0" marL="0" marR="0" rtl="0" algn="just">
              <a:lnSpc>
                <a:spcPct val="180000"/>
              </a:lnSpc>
              <a:spcBef>
                <a:spcPts val="0"/>
              </a:spcBef>
              <a:spcAft>
                <a:spcPts val="0"/>
              </a:spcAft>
              <a:buClr>
                <a:srgbClr val="000000"/>
              </a:buClr>
              <a:buSzPts val="1800"/>
              <a:buFont typeface="Arial"/>
              <a:buNone/>
            </a:pPr>
            <a:r>
              <a:rPr b="0" i="0" lang="en-US" sz="1800" u="none" cap="none" strike="noStrike">
                <a:solidFill>
                  <a:schemeClr val="lt1"/>
                </a:solidFill>
                <a:latin typeface="Georgia"/>
                <a:ea typeface="Georgia"/>
                <a:cs typeface="Georgia"/>
                <a:sym typeface="Georgia"/>
              </a:rPr>
              <a:t>Implement proper logging and data quality checks in your pipeline</a:t>
            </a:r>
            <a:endParaRPr/>
          </a:p>
        </p:txBody>
      </p:sp>
      <p:sp>
        <p:nvSpPr>
          <p:cNvPr id="360" name="Google Shape;360;p36"/>
          <p:cNvSpPr txBox="1"/>
          <p:nvPr/>
        </p:nvSpPr>
        <p:spPr>
          <a:xfrm>
            <a:off x="10869926" y="5119677"/>
            <a:ext cx="7066725" cy="997196"/>
          </a:xfrm>
          <a:prstGeom prst="rect">
            <a:avLst/>
          </a:prstGeom>
          <a:noFill/>
          <a:ln cap="flat" cmpd="sng" w="9525">
            <a:solidFill>
              <a:schemeClr val="lt1"/>
            </a:solidFill>
            <a:prstDash val="dash"/>
            <a:round/>
            <a:headEnd len="sm" w="sm" type="none"/>
            <a:tailEnd len="sm" w="sm" type="none"/>
          </a:ln>
        </p:spPr>
        <p:txBody>
          <a:bodyPr anchorCtr="0" anchor="t" bIns="0" lIns="0" spcFirstLastPara="1" rIns="0" wrap="square" tIns="0">
            <a:spAutoFit/>
          </a:bodyPr>
          <a:lstStyle/>
          <a:p>
            <a:pPr indent="0" lvl="0" marL="0" marR="0" rtl="0" algn="just">
              <a:lnSpc>
                <a:spcPct val="180000"/>
              </a:lnSpc>
              <a:spcBef>
                <a:spcPts val="0"/>
              </a:spcBef>
              <a:spcAft>
                <a:spcPts val="0"/>
              </a:spcAft>
              <a:buClr>
                <a:srgbClr val="000000"/>
              </a:buClr>
              <a:buSzPts val="1800"/>
              <a:buFont typeface="Arial"/>
              <a:buNone/>
            </a:pPr>
            <a:r>
              <a:rPr b="0" i="0" lang="en-US" sz="1800" u="none" cap="none" strike="noStrike">
                <a:solidFill>
                  <a:schemeClr val="lt1"/>
                </a:solidFill>
                <a:latin typeface="Georgia"/>
                <a:ea typeface="Georgia"/>
                <a:cs typeface="Georgia"/>
                <a:sym typeface="Georgia"/>
              </a:rPr>
              <a:t>Recommend operational process changes/optimizations to improve the data quality of the hospital.</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pic>
        <p:nvPicPr>
          <p:cNvPr id="365" name="Google Shape;365;p9"/>
          <p:cNvPicPr preferRelativeResize="0"/>
          <p:nvPr/>
        </p:nvPicPr>
        <p:blipFill rotWithShape="1">
          <a:blip r:embed="rId3">
            <a:alphaModFix/>
          </a:blip>
          <a:srcRect b="0" l="0" r="0" t="0"/>
          <a:stretch/>
        </p:blipFill>
        <p:spPr>
          <a:xfrm>
            <a:off x="0" y="0"/>
            <a:ext cx="18288000" cy="10287000"/>
          </a:xfrm>
          <a:prstGeom prst="rect">
            <a:avLst/>
          </a:prstGeom>
          <a:noFill/>
          <a:ln>
            <a:noFill/>
          </a:ln>
        </p:spPr>
      </p:pic>
      <p:sp>
        <p:nvSpPr>
          <p:cNvPr id="366" name="Google Shape;366;p9"/>
          <p:cNvSpPr/>
          <p:nvPr/>
        </p:nvSpPr>
        <p:spPr>
          <a:xfrm>
            <a:off x="0" y="7887798"/>
            <a:ext cx="9705404" cy="2399157"/>
          </a:xfrm>
          <a:custGeom>
            <a:rect b="b" l="l" r="r" t="t"/>
            <a:pathLst>
              <a:path extrusionOk="0" h="3198876" w="12940538">
                <a:moveTo>
                  <a:pt x="0" y="0"/>
                </a:moveTo>
                <a:lnTo>
                  <a:pt x="12940538" y="0"/>
                </a:lnTo>
                <a:lnTo>
                  <a:pt x="12140819" y="3198876"/>
                </a:lnTo>
                <a:lnTo>
                  <a:pt x="0" y="3198876"/>
                </a:lnTo>
                <a:lnTo>
                  <a:pt x="0" y="0"/>
                </a:lnTo>
                <a:close/>
              </a:path>
            </a:pathLst>
          </a:custGeom>
          <a:solidFill>
            <a:srgbClr val="DA672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67" name="Google Shape;367;p9"/>
          <p:cNvSpPr/>
          <p:nvPr/>
        </p:nvSpPr>
        <p:spPr>
          <a:xfrm>
            <a:off x="10052614" y="0"/>
            <a:ext cx="8235411" cy="10287000"/>
          </a:xfrm>
          <a:custGeom>
            <a:rect b="b" l="l" r="r" t="t"/>
            <a:pathLst>
              <a:path extrusionOk="0" h="13716000" w="10980547">
                <a:moveTo>
                  <a:pt x="3429000" y="0"/>
                </a:moveTo>
                <a:lnTo>
                  <a:pt x="10980547" y="0"/>
                </a:lnTo>
                <a:lnTo>
                  <a:pt x="10980547" y="13716000"/>
                </a:lnTo>
                <a:lnTo>
                  <a:pt x="0" y="13716000"/>
                </a:lnTo>
                <a:close/>
              </a:path>
            </a:pathLst>
          </a:custGeom>
          <a:blipFill rotWithShape="1">
            <a:blip r:embed="rId4">
              <a:alphaModFix/>
            </a:blip>
            <a:stretch>
              <a:fillRect b="0" l="-44808" r="-59115"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68" name="Google Shape;368;p9"/>
          <p:cNvSpPr/>
          <p:nvPr/>
        </p:nvSpPr>
        <p:spPr>
          <a:xfrm>
            <a:off x="9735987" y="2811780"/>
            <a:ext cx="2531745" cy="7475220"/>
          </a:xfrm>
          <a:custGeom>
            <a:rect b="b" l="l" r="r" t="t"/>
            <a:pathLst>
              <a:path extrusionOk="0" h="9966960" w="3375660">
                <a:moveTo>
                  <a:pt x="2491740" y="0"/>
                </a:moveTo>
                <a:lnTo>
                  <a:pt x="3375660" y="0"/>
                </a:lnTo>
                <a:lnTo>
                  <a:pt x="883920" y="9966960"/>
                </a:lnTo>
                <a:lnTo>
                  <a:pt x="0" y="9966960"/>
                </a:lnTo>
                <a:lnTo>
                  <a:pt x="2491740" y="0"/>
                </a:lnTo>
                <a:close/>
              </a:path>
            </a:pathLst>
          </a:custGeom>
          <a:solidFill>
            <a:srgbClr val="DA672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69" name="Google Shape;369;p9"/>
          <p:cNvSpPr/>
          <p:nvPr/>
        </p:nvSpPr>
        <p:spPr>
          <a:xfrm>
            <a:off x="12267732" y="0"/>
            <a:ext cx="5306758" cy="2811780"/>
          </a:xfrm>
          <a:custGeom>
            <a:rect b="b" l="l" r="r" t="t"/>
            <a:pathLst>
              <a:path extrusionOk="0" h="3749040" w="7075678">
                <a:moveTo>
                  <a:pt x="0" y="3749040"/>
                </a:moveTo>
                <a:lnTo>
                  <a:pt x="937260" y="0"/>
                </a:lnTo>
                <a:lnTo>
                  <a:pt x="7075678" y="0"/>
                </a:lnTo>
                <a:lnTo>
                  <a:pt x="6138418" y="374904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70" name="Google Shape;370;p9"/>
          <p:cNvSpPr/>
          <p:nvPr/>
        </p:nvSpPr>
        <p:spPr>
          <a:xfrm>
            <a:off x="11022002" y="660918"/>
            <a:ext cx="5610796" cy="1489901"/>
          </a:xfrm>
          <a:custGeom>
            <a:rect b="b" l="l" r="r" t="t"/>
            <a:pathLst>
              <a:path extrusionOk="0" h="1986534" w="7481062">
                <a:moveTo>
                  <a:pt x="0" y="1986534"/>
                </a:moveTo>
                <a:lnTo>
                  <a:pt x="496697" y="0"/>
                </a:lnTo>
                <a:lnTo>
                  <a:pt x="7481062" y="0"/>
                </a:lnTo>
                <a:lnTo>
                  <a:pt x="6984492" y="1986534"/>
                </a:lnTo>
                <a:close/>
              </a:path>
            </a:pathLst>
          </a:custGeom>
          <a:solidFill>
            <a:srgbClr val="DA672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71" name="Google Shape;371;p9"/>
          <p:cNvSpPr txBox="1"/>
          <p:nvPr/>
        </p:nvSpPr>
        <p:spPr>
          <a:xfrm>
            <a:off x="1028700" y="3109453"/>
            <a:ext cx="8236043" cy="138499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9000"/>
              <a:buFont typeface="Arial"/>
              <a:buNone/>
            </a:pPr>
            <a:r>
              <a:rPr b="1" i="0" lang="en-US" sz="9000" u="none" cap="none" strike="noStrike">
                <a:solidFill>
                  <a:schemeClr val="lt1"/>
                </a:solidFill>
                <a:latin typeface="Georgia"/>
                <a:ea typeface="Georgia"/>
                <a:cs typeface="Georgia"/>
                <a:sym typeface="Georgia"/>
              </a:rPr>
              <a:t>READY TO</a:t>
            </a:r>
            <a:endParaRPr b="0" i="0" sz="1400" u="none" cap="none" strike="noStrike">
              <a:solidFill>
                <a:srgbClr val="000000"/>
              </a:solidFill>
              <a:latin typeface="Arial"/>
              <a:ea typeface="Arial"/>
              <a:cs typeface="Arial"/>
              <a:sym typeface="Arial"/>
            </a:endParaRPr>
          </a:p>
        </p:txBody>
      </p:sp>
      <p:sp>
        <p:nvSpPr>
          <p:cNvPr id="372" name="Google Shape;372;p9"/>
          <p:cNvSpPr txBox="1"/>
          <p:nvPr/>
        </p:nvSpPr>
        <p:spPr>
          <a:xfrm>
            <a:off x="1028700" y="4481053"/>
            <a:ext cx="8236043" cy="138499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9000"/>
              <a:buFont typeface="Arial"/>
              <a:buNone/>
            </a:pPr>
            <a:r>
              <a:rPr b="1" i="0" lang="en-US" sz="9000" u="none" cap="none" strike="noStrike">
                <a:solidFill>
                  <a:srgbClr val="DA6727"/>
                </a:solidFill>
                <a:latin typeface="Georgia"/>
                <a:ea typeface="Georgia"/>
                <a:cs typeface="Georgia"/>
                <a:sym typeface="Georgia"/>
              </a:rPr>
              <a:t>DELVE IN?</a:t>
            </a:r>
            <a:endParaRPr b="0" i="0" sz="1400" u="none" cap="none" strike="noStrike">
              <a:solidFill>
                <a:srgbClr val="000000"/>
              </a:solidFill>
              <a:latin typeface="Arial"/>
              <a:ea typeface="Arial"/>
              <a:cs typeface="Arial"/>
              <a:sym typeface="Arial"/>
            </a:endParaRPr>
          </a:p>
        </p:txBody>
      </p:sp>
      <p:pic>
        <p:nvPicPr>
          <p:cNvPr id="373" name="Google Shape;373;p9"/>
          <p:cNvPicPr preferRelativeResize="0"/>
          <p:nvPr/>
        </p:nvPicPr>
        <p:blipFill rotWithShape="1">
          <a:blip r:embed="rId5">
            <a:alphaModFix/>
          </a:blip>
          <a:srcRect b="0" l="0" r="0" t="0"/>
          <a:stretch/>
        </p:blipFill>
        <p:spPr>
          <a:xfrm>
            <a:off x="248787" y="181815"/>
            <a:ext cx="1781175" cy="52387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ustom Design">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dc:creator>PRISCILLA FANAMA</dc:creator>
</cp:coreProperties>
</file>